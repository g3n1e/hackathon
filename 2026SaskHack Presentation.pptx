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4"/>
  </p:sldMasterIdLst>
  <p:notesMasterIdLst>
    <p:notesMasterId r:id="rId11"/>
  </p:notesMasterIdLst>
  <p:sldIdLst>
    <p:sldId id="257" r:id="rId5"/>
    <p:sldId id="261" r:id="rId6"/>
    <p:sldId id="262" r:id="rId7"/>
    <p:sldId id="269" r:id="rId8"/>
    <p:sldId id="270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7AD92C-A350-705F-7028-BA7F4BE014D2}" v="20" dt="2026-01-31T04:26:24.026"/>
    <p1510:client id="{299CBCC8-E0C9-1DF5-43F3-5AA20C171CD3}" v="9" dt="2026-01-31T05:40:31.032"/>
    <p1510:client id="{56015348-DCA7-799F-C34E-EA2E8E5182B5}" v="148" dt="2026-01-31T16:43:15.229"/>
    <p1510:client id="{58D10809-4F0F-42E0-1361-A72D68A893EE}" v="18" dt="2026-01-31T05:47:41.489"/>
    <p1510:client id="{59FD263E-5A51-8321-9B9B-AA3CFDC82197}" v="144" dt="2026-01-31T16:50:45.643"/>
    <p1510:client id="{7CA04F32-4BFE-1445-0A6E-1D54D54CB3A7}" v="9" dt="2026-01-31T18:01:35.151"/>
    <p1510:client id="{9BE58CB3-9902-6260-8BF2-C842CC87B49B}" v="252" dt="2026-01-31T15:32:45.645"/>
    <p1510:client id="{9C78494E-0183-9645-94B8-E704CFDCFDE9}" v="1078" dt="2026-01-31T16:05:25.550"/>
    <p1510:client id="{AC83173E-CFFA-494C-8974-E9A77DD9C0F9}" v="2050" dt="2026-01-31T17:37:06.187"/>
    <p1510:client id="{DBB2FD5E-B7A1-DAED-AEB4-6759E6597879}" v="154" dt="2026-01-31T16:10:13.647"/>
    <p1510:client id="{E3DA403F-7F4B-4720-97D6-A236C350C509}" v="2681" dt="2026-01-31T18:00:50.211"/>
    <p1510:client id="{F8B0DBC8-103F-D53E-54A4-34322F2FD555}" v="1" dt="2026-01-31T05:44:24.3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A70C70-7676-40DF-9497-976936BB0612}" type="datetimeFigureOut">
              <a:t>3/11/2026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64144A-2C8E-4946-AEE0-8892A2AF8D7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4670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184d99d1a7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184d99d1a7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Amount of time t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190cccfa97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8" name="Google Shape;618;g190cccfa97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6">
          <a:extLst>
            <a:ext uri="{FF2B5EF4-FFF2-40B4-BE49-F238E27FC236}">
              <a16:creationId xmlns:a16="http://schemas.microsoft.com/office/drawing/2014/main" id="{8DEE2AED-0627-2649-F272-A983D4C93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190cccfa97d_0_0:notes">
            <a:extLst>
              <a:ext uri="{FF2B5EF4-FFF2-40B4-BE49-F238E27FC236}">
                <a16:creationId xmlns:a16="http://schemas.microsoft.com/office/drawing/2014/main" id="{037CAFC0-350F-972D-6A90-3AFB7D4A02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8" name="Google Shape;618;g190cccfa97d_0_0:notes">
            <a:extLst>
              <a:ext uri="{FF2B5EF4-FFF2-40B4-BE49-F238E27FC236}">
                <a16:creationId xmlns:a16="http://schemas.microsoft.com/office/drawing/2014/main" id="{0C0EEEDC-9FBD-78D9-5A97-B59771028D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35275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184d99d1a7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184d99d1a72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hyperlink" Target="http://bit.ly/2TtBDfr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bit.ly/2TyoMsr" TargetMode="External"/><Relationship Id="rId5" Type="http://schemas.openxmlformats.org/officeDocument/2006/relationships/hyperlink" Target="https://bit.ly/3A1uf1Q" TargetMode="External"/><Relationship Id="rId4" Type="http://schemas.openxmlformats.org/officeDocument/2006/relationships/image" Target="../media/image2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136000" y="198334"/>
            <a:ext cx="11780768" cy="5940300"/>
            <a:chOff x="102000" y="148750"/>
            <a:chExt cx="8835576" cy="4455225"/>
          </a:xfrm>
        </p:grpSpPr>
        <p:pic>
          <p:nvPicPr>
            <p:cNvPr id="10" name="Google Shape;10;p2"/>
            <p:cNvPicPr preferRelativeResize="0"/>
            <p:nvPr/>
          </p:nvPicPr>
          <p:blipFill rotWithShape="1">
            <a:blip r:embed="rId2">
              <a:alphaModFix/>
            </a:blip>
            <a:srcRect l="14123" t="12912" r="14473" b="13886"/>
            <a:stretch/>
          </p:blipFill>
          <p:spPr>
            <a:xfrm>
              <a:off x="102000" y="3341825"/>
              <a:ext cx="973750" cy="998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11;p2"/>
            <p:cNvPicPr preferRelativeResize="0"/>
            <p:nvPr/>
          </p:nvPicPr>
          <p:blipFill rotWithShape="1">
            <a:blip r:embed="rId3">
              <a:alphaModFix/>
            </a:blip>
            <a:srcRect l="14302" t="13395" r="14294" b="13403"/>
            <a:stretch/>
          </p:blipFill>
          <p:spPr>
            <a:xfrm>
              <a:off x="1207950" y="148750"/>
              <a:ext cx="600426" cy="6155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12;p2"/>
            <p:cNvPicPr preferRelativeResize="0"/>
            <p:nvPr/>
          </p:nvPicPr>
          <p:blipFill rotWithShape="1">
            <a:blip r:embed="rId2">
              <a:alphaModFix/>
            </a:blip>
            <a:srcRect l="14123" t="12912" r="14473" b="13886"/>
            <a:stretch/>
          </p:blipFill>
          <p:spPr>
            <a:xfrm>
              <a:off x="8337150" y="3174900"/>
              <a:ext cx="600426" cy="6155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" name="Google Shape;13;p2"/>
            <p:cNvPicPr preferRelativeResize="0"/>
            <p:nvPr/>
          </p:nvPicPr>
          <p:blipFill rotWithShape="1">
            <a:blip r:embed="rId3">
              <a:alphaModFix/>
            </a:blip>
            <a:srcRect l="14302" t="13395" r="14294" b="13403"/>
            <a:stretch/>
          </p:blipFill>
          <p:spPr>
            <a:xfrm>
              <a:off x="4724750" y="4340150"/>
              <a:ext cx="257326" cy="2638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234800" y="1879600"/>
            <a:ext cx="9722400" cy="189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5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500"/>
              <a:buFont typeface="Syne"/>
              <a:buNone/>
              <a:defRPr sz="6000">
                <a:solidFill>
                  <a:srgbClr val="191919"/>
                </a:solidFill>
                <a:latin typeface="Syne"/>
                <a:ea typeface="Syne"/>
                <a:cs typeface="Syne"/>
                <a:sym typeface="Syn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500"/>
              <a:buFont typeface="Syne"/>
              <a:buNone/>
              <a:defRPr sz="6000">
                <a:solidFill>
                  <a:srgbClr val="191919"/>
                </a:solidFill>
                <a:latin typeface="Syne"/>
                <a:ea typeface="Syne"/>
                <a:cs typeface="Syne"/>
                <a:sym typeface="Syn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500"/>
              <a:buFont typeface="Syne"/>
              <a:buNone/>
              <a:defRPr sz="6000">
                <a:solidFill>
                  <a:srgbClr val="191919"/>
                </a:solidFill>
                <a:latin typeface="Syne"/>
                <a:ea typeface="Syne"/>
                <a:cs typeface="Syne"/>
                <a:sym typeface="Syn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500"/>
              <a:buFont typeface="Syne"/>
              <a:buNone/>
              <a:defRPr sz="6000">
                <a:solidFill>
                  <a:srgbClr val="191919"/>
                </a:solidFill>
                <a:latin typeface="Syne"/>
                <a:ea typeface="Syne"/>
                <a:cs typeface="Syne"/>
                <a:sym typeface="Syn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500"/>
              <a:buFont typeface="Syne"/>
              <a:buNone/>
              <a:defRPr sz="6000">
                <a:solidFill>
                  <a:srgbClr val="191919"/>
                </a:solidFill>
                <a:latin typeface="Syne"/>
                <a:ea typeface="Syne"/>
                <a:cs typeface="Syne"/>
                <a:sym typeface="Syn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500"/>
              <a:buFont typeface="Syne"/>
              <a:buNone/>
              <a:defRPr sz="6000">
                <a:solidFill>
                  <a:srgbClr val="191919"/>
                </a:solidFill>
                <a:latin typeface="Syne"/>
                <a:ea typeface="Syne"/>
                <a:cs typeface="Syne"/>
                <a:sym typeface="Syn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500"/>
              <a:buFont typeface="Syne"/>
              <a:buNone/>
              <a:defRPr sz="6000">
                <a:solidFill>
                  <a:srgbClr val="191919"/>
                </a:solidFill>
                <a:latin typeface="Syne"/>
                <a:ea typeface="Syne"/>
                <a:cs typeface="Syne"/>
                <a:sym typeface="Syn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500"/>
              <a:buFont typeface="Syne"/>
              <a:buNone/>
              <a:defRPr sz="6000">
                <a:solidFill>
                  <a:srgbClr val="191919"/>
                </a:solidFill>
                <a:latin typeface="Syne"/>
                <a:ea typeface="Syne"/>
                <a:cs typeface="Syne"/>
                <a:sym typeface="Syne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1234800" y="4180667"/>
            <a:ext cx="9722400" cy="54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pic>
        <p:nvPicPr>
          <p:cNvPr id="16" name="Google Shape;16;p2"/>
          <p:cNvPicPr preferRelativeResize="0"/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0" y="4805675"/>
            <a:ext cx="12192000" cy="3244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-26705" y="1"/>
            <a:ext cx="12197689" cy="6857999"/>
            <a:chOff x="-20029" y="0"/>
            <a:chExt cx="9148267" cy="5143499"/>
          </a:xfrm>
        </p:grpSpPr>
        <p:pic>
          <p:nvPicPr>
            <p:cNvPr id="19" name="Google Shape;19;p3"/>
            <p:cNvPicPr preferRelativeResize="0"/>
            <p:nvPr/>
          </p:nvPicPr>
          <p:blipFill rotWithShape="1">
            <a:blip r:embed="rId2">
              <a:alphaModFix amt="70000"/>
            </a:blip>
            <a:srcRect l="59445" t="64444"/>
            <a:stretch/>
          </p:blipFill>
          <p:spPr>
            <a:xfrm>
              <a:off x="7733321" y="3920550"/>
              <a:ext cx="1394917" cy="12229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" name="Google Shape;20;p3"/>
            <p:cNvPicPr preferRelativeResize="0"/>
            <p:nvPr/>
          </p:nvPicPr>
          <p:blipFill rotWithShape="1">
            <a:blip r:embed="rId2">
              <a:alphaModFix amt="70000"/>
            </a:blip>
            <a:srcRect l="59445" t="64444"/>
            <a:stretch/>
          </p:blipFill>
          <p:spPr>
            <a:xfrm rot="10800000">
              <a:off x="-20029" y="0"/>
              <a:ext cx="1394917" cy="122294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950967" y="3647667"/>
            <a:ext cx="6609200" cy="11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5067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Font typeface="Syne"/>
              <a:buNone/>
              <a:defRPr sz="5067">
                <a:latin typeface="Syne"/>
                <a:ea typeface="Syne"/>
                <a:cs typeface="Syne"/>
                <a:sym typeface="Syn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Font typeface="Syne"/>
              <a:buNone/>
              <a:defRPr sz="5067">
                <a:latin typeface="Syne"/>
                <a:ea typeface="Syne"/>
                <a:cs typeface="Syne"/>
                <a:sym typeface="Syn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Font typeface="Syne"/>
              <a:buNone/>
              <a:defRPr sz="5067">
                <a:latin typeface="Syne"/>
                <a:ea typeface="Syne"/>
                <a:cs typeface="Syne"/>
                <a:sym typeface="Syn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Font typeface="Syne"/>
              <a:buNone/>
              <a:defRPr sz="5067">
                <a:latin typeface="Syne"/>
                <a:ea typeface="Syne"/>
                <a:cs typeface="Syne"/>
                <a:sym typeface="Syn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Font typeface="Syne"/>
              <a:buNone/>
              <a:defRPr sz="5067">
                <a:latin typeface="Syne"/>
                <a:ea typeface="Syne"/>
                <a:cs typeface="Syne"/>
                <a:sym typeface="Syn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Font typeface="Syne"/>
              <a:buNone/>
              <a:defRPr sz="5067">
                <a:latin typeface="Syne"/>
                <a:ea typeface="Syne"/>
                <a:cs typeface="Syne"/>
                <a:sym typeface="Syn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Font typeface="Syne"/>
              <a:buNone/>
              <a:defRPr sz="5067">
                <a:latin typeface="Syne"/>
                <a:ea typeface="Syne"/>
                <a:cs typeface="Syne"/>
                <a:sym typeface="Syn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Font typeface="Syne"/>
              <a:buNone/>
              <a:defRPr sz="5067">
                <a:latin typeface="Syne"/>
                <a:ea typeface="Syne"/>
                <a:cs typeface="Syne"/>
                <a:sym typeface="Syne"/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title" idx="2" hasCustomPrompt="1"/>
          </p:nvPr>
        </p:nvSpPr>
        <p:spPr>
          <a:xfrm>
            <a:off x="3448567" y="2542367"/>
            <a:ext cx="1614000" cy="112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6667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yne"/>
              <a:buNone/>
              <a:defRPr sz="6667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yne"/>
              <a:buNone/>
              <a:defRPr sz="6667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yne"/>
              <a:buNone/>
              <a:defRPr sz="6667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yne"/>
              <a:buNone/>
              <a:defRPr sz="6667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yne"/>
              <a:buNone/>
              <a:defRPr sz="6667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yne"/>
              <a:buNone/>
              <a:defRPr sz="6667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yne"/>
              <a:buNone/>
              <a:defRPr sz="6667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yne"/>
              <a:buNone/>
              <a:defRPr sz="6667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defRPr>
            </a:lvl9pPr>
          </a:lstStyle>
          <a:p>
            <a:r>
              <a:t>xx%</a:t>
            </a:r>
          </a:p>
        </p:txBody>
      </p:sp>
      <p:sp>
        <p:nvSpPr>
          <p:cNvPr id="23" name="Google Shape;23;p3"/>
          <p:cNvSpPr>
            <a:spLocks noGrp="1"/>
          </p:cNvSpPr>
          <p:nvPr>
            <p:ph type="pic" idx="3"/>
          </p:nvPr>
        </p:nvSpPr>
        <p:spPr>
          <a:xfrm>
            <a:off x="7560233" y="719333"/>
            <a:ext cx="3680800" cy="5419200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>
            <a:outerShdw blurRad="57150" dist="19050" dir="5400000" algn="bl" rotWithShape="0">
              <a:schemeClr val="dk2">
                <a:alpha val="50000"/>
              </a:schemeClr>
            </a:outerShdw>
          </a:effectLst>
        </p:spPr>
      </p:sp>
      <p:grpSp>
        <p:nvGrpSpPr>
          <p:cNvPr id="24" name="Google Shape;24;p3"/>
          <p:cNvGrpSpPr/>
          <p:nvPr/>
        </p:nvGrpSpPr>
        <p:grpSpPr>
          <a:xfrm>
            <a:off x="150334" y="198334"/>
            <a:ext cx="11891268" cy="6434733"/>
            <a:chOff x="112750" y="148750"/>
            <a:chExt cx="8918451" cy="4826050"/>
          </a:xfrm>
        </p:grpSpPr>
        <p:pic>
          <p:nvPicPr>
            <p:cNvPr id="25" name="Google Shape;25;p3"/>
            <p:cNvPicPr preferRelativeResize="0"/>
            <p:nvPr/>
          </p:nvPicPr>
          <p:blipFill rotWithShape="1">
            <a:blip r:embed="rId3">
              <a:alphaModFix/>
            </a:blip>
            <a:srcRect l="14123" t="12912" r="14473" b="13886"/>
            <a:stretch/>
          </p:blipFill>
          <p:spPr>
            <a:xfrm>
              <a:off x="3432850" y="148750"/>
              <a:ext cx="662124" cy="6788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" name="Google Shape;26;p3"/>
            <p:cNvPicPr preferRelativeResize="0"/>
            <p:nvPr/>
          </p:nvPicPr>
          <p:blipFill rotWithShape="1">
            <a:blip r:embed="rId4">
              <a:alphaModFix/>
            </a:blip>
            <a:srcRect l="14302" t="13395" r="14294" b="13403"/>
            <a:stretch/>
          </p:blipFill>
          <p:spPr>
            <a:xfrm>
              <a:off x="8430775" y="148750"/>
              <a:ext cx="600426" cy="6155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" name="Google Shape;27;p3"/>
            <p:cNvPicPr preferRelativeResize="0"/>
            <p:nvPr/>
          </p:nvPicPr>
          <p:blipFill rotWithShape="1">
            <a:blip r:embed="rId3">
              <a:alphaModFix/>
            </a:blip>
            <a:srcRect l="14123" t="12912" r="14473" b="13886"/>
            <a:stretch/>
          </p:blipFill>
          <p:spPr>
            <a:xfrm>
              <a:off x="112750" y="1608600"/>
              <a:ext cx="600426" cy="6155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" name="Google Shape;28;p3"/>
            <p:cNvPicPr preferRelativeResize="0"/>
            <p:nvPr/>
          </p:nvPicPr>
          <p:blipFill rotWithShape="1">
            <a:blip r:embed="rId4">
              <a:alphaModFix/>
            </a:blip>
            <a:srcRect l="14302" t="13395" r="14294" b="13403"/>
            <a:stretch/>
          </p:blipFill>
          <p:spPr>
            <a:xfrm>
              <a:off x="4994050" y="4710975"/>
              <a:ext cx="257326" cy="263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" name="Google Shape;29;p3"/>
            <p:cNvPicPr preferRelativeResize="0"/>
            <p:nvPr/>
          </p:nvPicPr>
          <p:blipFill rotWithShape="1">
            <a:blip r:embed="rId4">
              <a:alphaModFix/>
            </a:blip>
            <a:srcRect l="14302" t="13395" r="14294" b="13403"/>
            <a:stretch/>
          </p:blipFill>
          <p:spPr>
            <a:xfrm>
              <a:off x="301975" y="4102225"/>
              <a:ext cx="257326" cy="2638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oogle Shape;31;p4"/>
          <p:cNvGrpSpPr/>
          <p:nvPr/>
        </p:nvGrpSpPr>
        <p:grpSpPr>
          <a:xfrm>
            <a:off x="393100" y="68600"/>
            <a:ext cx="11590885" cy="6470867"/>
            <a:chOff x="294825" y="51450"/>
            <a:chExt cx="8693164" cy="4853150"/>
          </a:xfrm>
        </p:grpSpPr>
        <p:pic>
          <p:nvPicPr>
            <p:cNvPr id="32" name="Google Shape;32;p4"/>
            <p:cNvPicPr preferRelativeResize="0"/>
            <p:nvPr/>
          </p:nvPicPr>
          <p:blipFill rotWithShape="1">
            <a:blip r:embed="rId2">
              <a:alphaModFix/>
            </a:blip>
            <a:srcRect l="14123" t="12912" r="14473" b="13886"/>
            <a:stretch/>
          </p:blipFill>
          <p:spPr>
            <a:xfrm>
              <a:off x="1502075" y="51450"/>
              <a:ext cx="375049" cy="384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" name="Google Shape;33;p4"/>
            <p:cNvPicPr preferRelativeResize="0"/>
            <p:nvPr/>
          </p:nvPicPr>
          <p:blipFill rotWithShape="1">
            <a:blip r:embed="rId3">
              <a:alphaModFix/>
            </a:blip>
            <a:srcRect l="14302" t="13395" r="14294" b="13403"/>
            <a:stretch/>
          </p:blipFill>
          <p:spPr>
            <a:xfrm>
              <a:off x="8582325" y="2948462"/>
              <a:ext cx="375049" cy="3845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" name="Google Shape;34;p4"/>
            <p:cNvPicPr preferRelativeResize="0"/>
            <p:nvPr/>
          </p:nvPicPr>
          <p:blipFill rotWithShape="1">
            <a:blip r:embed="rId2">
              <a:alphaModFix/>
            </a:blip>
            <a:srcRect l="14123" t="12912" r="14473" b="13886"/>
            <a:stretch/>
          </p:blipFill>
          <p:spPr>
            <a:xfrm>
              <a:off x="8673425" y="148752"/>
              <a:ext cx="314563" cy="322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" name="Google Shape;35;p4"/>
            <p:cNvPicPr preferRelativeResize="0"/>
            <p:nvPr/>
          </p:nvPicPr>
          <p:blipFill rotWithShape="1">
            <a:blip r:embed="rId3">
              <a:alphaModFix/>
            </a:blip>
            <a:srcRect l="14302" t="13395" r="14294" b="13403"/>
            <a:stretch/>
          </p:blipFill>
          <p:spPr>
            <a:xfrm>
              <a:off x="294825" y="4640775"/>
              <a:ext cx="257326" cy="2638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6" name="Google Shape;36;p4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body" idx="1"/>
          </p:nvPr>
        </p:nvSpPr>
        <p:spPr>
          <a:xfrm>
            <a:off x="960000" y="1621001"/>
            <a:ext cx="10272000" cy="4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1219170" lvl="1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828754" lvl="2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2438339" lvl="3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3047924" lvl="4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3657509" lvl="5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4267093" lvl="6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4876678" lvl="7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5486263" lvl="8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pic>
        <p:nvPicPr>
          <p:cNvPr id="38" name="Google Shape;38;p4"/>
          <p:cNvPicPr preferRelativeResize="0"/>
          <p:nvPr/>
        </p:nvPicPr>
        <p:blipFill rotWithShape="1">
          <a:blip r:embed="rId4">
            <a:alphaModFix amt="70000"/>
          </a:blip>
          <a:srcRect l="59445" t="64444"/>
          <a:stretch/>
        </p:blipFill>
        <p:spPr>
          <a:xfrm>
            <a:off x="10311096" y="5227401"/>
            <a:ext cx="1859889" cy="1630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oogle Shape;40;p5"/>
          <p:cNvGrpSpPr/>
          <p:nvPr/>
        </p:nvGrpSpPr>
        <p:grpSpPr>
          <a:xfrm>
            <a:off x="216234" y="174561"/>
            <a:ext cx="11898335" cy="6539904"/>
            <a:chOff x="162175" y="130921"/>
            <a:chExt cx="8923751" cy="4904928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2">
              <a:alphaModFix/>
            </a:blip>
            <a:srcRect l="14123" t="12912" r="14473" b="13886"/>
            <a:stretch/>
          </p:blipFill>
          <p:spPr>
            <a:xfrm>
              <a:off x="162175" y="4604011"/>
              <a:ext cx="421200" cy="43183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" name="Google Shape;42;p5"/>
            <p:cNvPicPr preferRelativeResize="0"/>
            <p:nvPr/>
          </p:nvPicPr>
          <p:blipFill rotWithShape="1">
            <a:blip r:embed="rId3">
              <a:alphaModFix/>
            </a:blip>
            <a:srcRect l="14302" t="13395" r="14294" b="13403"/>
            <a:stretch/>
          </p:blipFill>
          <p:spPr>
            <a:xfrm>
              <a:off x="8485500" y="4409925"/>
              <a:ext cx="600426" cy="6155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" name="Google Shape;43;p5"/>
            <p:cNvPicPr preferRelativeResize="0"/>
            <p:nvPr/>
          </p:nvPicPr>
          <p:blipFill rotWithShape="1">
            <a:blip r:embed="rId2">
              <a:alphaModFix/>
            </a:blip>
            <a:srcRect l="14123" t="12912" r="14473" b="13886"/>
            <a:stretch/>
          </p:blipFill>
          <p:spPr>
            <a:xfrm>
              <a:off x="7492850" y="130921"/>
              <a:ext cx="331825" cy="34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" name="Google Shape;44;p5"/>
            <p:cNvPicPr preferRelativeResize="0"/>
            <p:nvPr/>
          </p:nvPicPr>
          <p:blipFill rotWithShape="1">
            <a:blip r:embed="rId3">
              <a:alphaModFix/>
            </a:blip>
            <a:srcRect l="14302" t="13395" r="14294" b="13403"/>
            <a:stretch/>
          </p:blipFill>
          <p:spPr>
            <a:xfrm>
              <a:off x="199375" y="2816375"/>
              <a:ext cx="257326" cy="2638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5" name="Google Shape;45;p5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ubTitle" idx="1"/>
          </p:nvPr>
        </p:nvSpPr>
        <p:spPr>
          <a:xfrm>
            <a:off x="6961820" y="3124237"/>
            <a:ext cx="3586400" cy="19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subTitle" idx="2"/>
          </p:nvPr>
        </p:nvSpPr>
        <p:spPr>
          <a:xfrm>
            <a:off x="2370451" y="3124237"/>
            <a:ext cx="3586400" cy="19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subTitle" idx="3"/>
          </p:nvPr>
        </p:nvSpPr>
        <p:spPr>
          <a:xfrm>
            <a:off x="2370451" y="2606700"/>
            <a:ext cx="3586400" cy="6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e"/>
              <a:buNone/>
              <a:defRPr sz="2400" b="1">
                <a:latin typeface="Syne"/>
                <a:ea typeface="Syne"/>
                <a:cs typeface="Syne"/>
                <a:sym typeface="Sy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e"/>
              <a:buNone/>
              <a:defRPr sz="2400" b="1">
                <a:latin typeface="Syne"/>
                <a:ea typeface="Syne"/>
                <a:cs typeface="Syne"/>
                <a:sym typeface="Sy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e"/>
              <a:buNone/>
              <a:defRPr sz="2400" b="1">
                <a:latin typeface="Syne"/>
                <a:ea typeface="Syne"/>
                <a:cs typeface="Syne"/>
                <a:sym typeface="Sy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e"/>
              <a:buNone/>
              <a:defRPr sz="2400" b="1">
                <a:latin typeface="Syne"/>
                <a:ea typeface="Syne"/>
                <a:cs typeface="Syne"/>
                <a:sym typeface="Sy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e"/>
              <a:buNone/>
              <a:defRPr sz="2400" b="1">
                <a:latin typeface="Syne"/>
                <a:ea typeface="Syne"/>
                <a:cs typeface="Syne"/>
                <a:sym typeface="Sy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e"/>
              <a:buNone/>
              <a:defRPr sz="2400" b="1">
                <a:latin typeface="Syne"/>
                <a:ea typeface="Syne"/>
                <a:cs typeface="Syne"/>
                <a:sym typeface="Sy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e"/>
              <a:buNone/>
              <a:defRPr sz="2400" b="1">
                <a:latin typeface="Syne"/>
                <a:ea typeface="Syne"/>
                <a:cs typeface="Syne"/>
                <a:sym typeface="Sy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e"/>
              <a:buNone/>
              <a:defRPr sz="2400" b="1">
                <a:latin typeface="Syne"/>
                <a:ea typeface="Syne"/>
                <a:cs typeface="Syne"/>
                <a:sym typeface="Syne"/>
              </a:defRPr>
            </a:lvl9pPr>
          </a:lstStyle>
          <a:p>
            <a:endParaRPr/>
          </a:p>
        </p:txBody>
      </p:sp>
      <p:sp>
        <p:nvSpPr>
          <p:cNvPr id="49" name="Google Shape;49;p5"/>
          <p:cNvSpPr txBox="1">
            <a:spLocks noGrp="1"/>
          </p:cNvSpPr>
          <p:nvPr>
            <p:ph type="subTitle" idx="4"/>
          </p:nvPr>
        </p:nvSpPr>
        <p:spPr>
          <a:xfrm>
            <a:off x="6961821" y="2606700"/>
            <a:ext cx="3586400" cy="6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e"/>
              <a:buNone/>
              <a:defRPr sz="2400" b="1">
                <a:latin typeface="Syne"/>
                <a:ea typeface="Syne"/>
                <a:cs typeface="Syne"/>
                <a:sym typeface="Sy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e"/>
              <a:buNone/>
              <a:defRPr sz="2400" b="1">
                <a:latin typeface="Syne"/>
                <a:ea typeface="Syne"/>
                <a:cs typeface="Syne"/>
                <a:sym typeface="Sy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e"/>
              <a:buNone/>
              <a:defRPr sz="2400" b="1">
                <a:latin typeface="Syne"/>
                <a:ea typeface="Syne"/>
                <a:cs typeface="Syne"/>
                <a:sym typeface="Sy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e"/>
              <a:buNone/>
              <a:defRPr sz="2400" b="1">
                <a:latin typeface="Syne"/>
                <a:ea typeface="Syne"/>
                <a:cs typeface="Syne"/>
                <a:sym typeface="Sy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e"/>
              <a:buNone/>
              <a:defRPr sz="2400" b="1">
                <a:latin typeface="Syne"/>
                <a:ea typeface="Syne"/>
                <a:cs typeface="Syne"/>
                <a:sym typeface="Sy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e"/>
              <a:buNone/>
              <a:defRPr sz="2400" b="1">
                <a:latin typeface="Syne"/>
                <a:ea typeface="Syne"/>
                <a:cs typeface="Syne"/>
                <a:sym typeface="Sy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e"/>
              <a:buNone/>
              <a:defRPr sz="2400" b="1">
                <a:latin typeface="Syne"/>
                <a:ea typeface="Syne"/>
                <a:cs typeface="Syne"/>
                <a:sym typeface="Sy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e"/>
              <a:buNone/>
              <a:defRPr sz="2400" b="1">
                <a:latin typeface="Syne"/>
                <a:ea typeface="Syne"/>
                <a:cs typeface="Syne"/>
                <a:sym typeface="Syne"/>
              </a:defRPr>
            </a:lvl9pPr>
          </a:lstStyle>
          <a:p>
            <a:endParaRPr/>
          </a:p>
        </p:txBody>
      </p:sp>
      <p:pic>
        <p:nvPicPr>
          <p:cNvPr id="50" name="Google Shape;50;p5"/>
          <p:cNvPicPr preferRelativeResize="0"/>
          <p:nvPr/>
        </p:nvPicPr>
        <p:blipFill rotWithShape="1">
          <a:blip r:embed="rId4">
            <a:alphaModFix amt="70000"/>
          </a:blip>
          <a:srcRect t="49387"/>
          <a:stretch/>
        </p:blipFill>
        <p:spPr>
          <a:xfrm>
            <a:off x="-1820799" y="-1458431"/>
            <a:ext cx="3857601" cy="3471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oogle Shape;73;p8"/>
          <p:cNvGrpSpPr/>
          <p:nvPr/>
        </p:nvGrpSpPr>
        <p:grpSpPr>
          <a:xfrm>
            <a:off x="178409" y="0"/>
            <a:ext cx="11835217" cy="6858000"/>
            <a:chOff x="133806" y="0"/>
            <a:chExt cx="8876413" cy="5143500"/>
          </a:xfrm>
        </p:grpSpPr>
        <p:pic>
          <p:nvPicPr>
            <p:cNvPr id="74" name="Google Shape;74;p8"/>
            <p:cNvPicPr preferRelativeResize="0"/>
            <p:nvPr/>
          </p:nvPicPr>
          <p:blipFill>
            <a:blip r:embed="rId2">
              <a:alphaModFix amt="70000"/>
            </a:blip>
            <a:stretch>
              <a:fillRect/>
            </a:stretch>
          </p:blipFill>
          <p:spPr>
            <a:xfrm>
              <a:off x="133806" y="0"/>
              <a:ext cx="1814513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5" name="Google Shape;75;p8"/>
            <p:cNvPicPr preferRelativeResize="0"/>
            <p:nvPr/>
          </p:nvPicPr>
          <p:blipFill>
            <a:blip r:embed="rId2">
              <a:alphaModFix amt="70000"/>
            </a:blip>
            <a:stretch>
              <a:fillRect/>
            </a:stretch>
          </p:blipFill>
          <p:spPr>
            <a:xfrm flipH="1">
              <a:off x="7195706" y="0"/>
              <a:ext cx="1814513" cy="5143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6" name="Google Shape;76;p8"/>
          <p:cNvGrpSpPr/>
          <p:nvPr/>
        </p:nvGrpSpPr>
        <p:grpSpPr>
          <a:xfrm rot="10800000" flipH="1">
            <a:off x="206185" y="75909"/>
            <a:ext cx="11985815" cy="6444556"/>
            <a:chOff x="154638" y="52133"/>
            <a:chExt cx="8989361" cy="4833417"/>
          </a:xfrm>
        </p:grpSpPr>
        <p:pic>
          <p:nvPicPr>
            <p:cNvPr id="77" name="Google Shape;77;p8"/>
            <p:cNvPicPr preferRelativeResize="0"/>
            <p:nvPr/>
          </p:nvPicPr>
          <p:blipFill rotWithShape="1">
            <a:blip r:embed="rId3">
              <a:alphaModFix/>
            </a:blip>
            <a:srcRect l="14123" t="12912" r="14473" b="13886"/>
            <a:stretch/>
          </p:blipFill>
          <p:spPr>
            <a:xfrm rot="10800000">
              <a:off x="7173938" y="4453712"/>
              <a:ext cx="421200" cy="43183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8" name="Google Shape;78;p8"/>
            <p:cNvPicPr preferRelativeResize="0"/>
            <p:nvPr/>
          </p:nvPicPr>
          <p:blipFill rotWithShape="1">
            <a:blip r:embed="rId4">
              <a:alphaModFix/>
            </a:blip>
            <a:srcRect l="14302" t="13395" r="14294" b="13403"/>
            <a:stretch/>
          </p:blipFill>
          <p:spPr>
            <a:xfrm rot="10800000">
              <a:off x="327446" y="2831656"/>
              <a:ext cx="213025" cy="2183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" name="Google Shape;79;p8"/>
            <p:cNvPicPr preferRelativeResize="0"/>
            <p:nvPr/>
          </p:nvPicPr>
          <p:blipFill rotWithShape="1">
            <a:blip r:embed="rId3">
              <a:alphaModFix/>
            </a:blip>
            <a:srcRect l="14123" t="12912" r="14473" b="13886"/>
            <a:stretch/>
          </p:blipFill>
          <p:spPr>
            <a:xfrm rot="10800000">
              <a:off x="268013" y="3631065"/>
              <a:ext cx="331825" cy="34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8"/>
            <p:cNvPicPr preferRelativeResize="0"/>
            <p:nvPr/>
          </p:nvPicPr>
          <p:blipFill rotWithShape="1">
            <a:blip r:embed="rId4">
              <a:alphaModFix/>
            </a:blip>
            <a:srcRect l="14302" t="13395" r="14294" b="13403"/>
            <a:stretch/>
          </p:blipFill>
          <p:spPr>
            <a:xfrm rot="10800000">
              <a:off x="8340449" y="2007801"/>
              <a:ext cx="803550" cy="8238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" name="Google Shape;81;p8"/>
            <p:cNvPicPr preferRelativeResize="0"/>
            <p:nvPr/>
          </p:nvPicPr>
          <p:blipFill rotWithShape="1">
            <a:blip r:embed="rId3">
              <a:alphaModFix/>
            </a:blip>
            <a:srcRect l="14123" t="12912" r="14473" b="13886"/>
            <a:stretch/>
          </p:blipFill>
          <p:spPr>
            <a:xfrm rot="10800000">
              <a:off x="154638" y="52133"/>
              <a:ext cx="558600" cy="572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" name="Google Shape;82;p8"/>
            <p:cNvPicPr preferRelativeResize="0"/>
            <p:nvPr/>
          </p:nvPicPr>
          <p:blipFill rotWithShape="1">
            <a:blip r:embed="rId4">
              <a:alphaModFix/>
            </a:blip>
            <a:srcRect l="14302" t="13395" r="14294" b="13403"/>
            <a:stretch/>
          </p:blipFill>
          <p:spPr>
            <a:xfrm rot="10800000">
              <a:off x="5237608" y="56931"/>
              <a:ext cx="213025" cy="21837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3" name="Google Shape;83;p8"/>
          <p:cNvSpPr txBox="1">
            <a:spLocks noGrp="1"/>
          </p:cNvSpPr>
          <p:nvPr>
            <p:ph type="title"/>
          </p:nvPr>
        </p:nvSpPr>
        <p:spPr>
          <a:xfrm>
            <a:off x="3090600" y="1742800"/>
            <a:ext cx="6010800" cy="337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9"/>
          <p:cNvGrpSpPr/>
          <p:nvPr/>
        </p:nvGrpSpPr>
        <p:grpSpPr>
          <a:xfrm>
            <a:off x="-487299" y="-86832"/>
            <a:ext cx="13276468" cy="7157749"/>
            <a:chOff x="-365475" y="-65124"/>
            <a:chExt cx="9957351" cy="5368312"/>
          </a:xfrm>
        </p:grpSpPr>
        <p:pic>
          <p:nvPicPr>
            <p:cNvPr id="86" name="Google Shape;86;p9"/>
            <p:cNvPicPr preferRelativeResize="0"/>
            <p:nvPr/>
          </p:nvPicPr>
          <p:blipFill rotWithShape="1">
            <a:blip r:embed="rId2">
              <a:alphaModFix amt="70000"/>
            </a:blip>
            <a:srcRect l="53782" t="64459"/>
            <a:stretch/>
          </p:blipFill>
          <p:spPr>
            <a:xfrm>
              <a:off x="7773375" y="3904812"/>
              <a:ext cx="1818501" cy="13983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7" name="Google Shape;87;p9"/>
            <p:cNvPicPr preferRelativeResize="0"/>
            <p:nvPr/>
          </p:nvPicPr>
          <p:blipFill rotWithShape="1">
            <a:blip r:embed="rId3">
              <a:alphaModFix/>
            </a:blip>
            <a:srcRect t="49387"/>
            <a:stretch/>
          </p:blipFill>
          <p:spPr>
            <a:xfrm>
              <a:off x="-365475" y="-65124"/>
              <a:ext cx="2893201" cy="260325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8" name="Google Shape;88;p9"/>
          <p:cNvGrpSpPr/>
          <p:nvPr/>
        </p:nvGrpSpPr>
        <p:grpSpPr>
          <a:xfrm>
            <a:off x="357350" y="75909"/>
            <a:ext cx="11628483" cy="6438159"/>
            <a:chOff x="268013" y="56931"/>
            <a:chExt cx="8721362" cy="4828619"/>
          </a:xfrm>
        </p:grpSpPr>
        <p:pic>
          <p:nvPicPr>
            <p:cNvPr id="89" name="Google Shape;89;p9"/>
            <p:cNvPicPr preferRelativeResize="0"/>
            <p:nvPr/>
          </p:nvPicPr>
          <p:blipFill rotWithShape="1">
            <a:blip r:embed="rId4">
              <a:alphaModFix/>
            </a:blip>
            <a:srcRect l="14123" t="12912" r="14473" b="13886"/>
            <a:stretch/>
          </p:blipFill>
          <p:spPr>
            <a:xfrm rot="10800000">
              <a:off x="7685913" y="4453712"/>
              <a:ext cx="421200" cy="43183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0" name="Google Shape;90;p9"/>
            <p:cNvPicPr preferRelativeResize="0"/>
            <p:nvPr/>
          </p:nvPicPr>
          <p:blipFill rotWithShape="1">
            <a:blip r:embed="rId5">
              <a:alphaModFix/>
            </a:blip>
            <a:srcRect l="14302" t="13395" r="14294" b="13403"/>
            <a:stretch/>
          </p:blipFill>
          <p:spPr>
            <a:xfrm rot="10800000">
              <a:off x="552383" y="2977506"/>
              <a:ext cx="213025" cy="2183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1" name="Google Shape;91;p9"/>
            <p:cNvPicPr preferRelativeResize="0"/>
            <p:nvPr/>
          </p:nvPicPr>
          <p:blipFill rotWithShape="1">
            <a:blip r:embed="rId4">
              <a:alphaModFix/>
            </a:blip>
            <a:srcRect l="14123" t="12912" r="14473" b="13886"/>
            <a:stretch/>
          </p:blipFill>
          <p:spPr>
            <a:xfrm rot="10800000">
              <a:off x="268013" y="3631065"/>
              <a:ext cx="331825" cy="34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2" name="Google Shape;92;p9"/>
            <p:cNvPicPr preferRelativeResize="0"/>
            <p:nvPr/>
          </p:nvPicPr>
          <p:blipFill rotWithShape="1">
            <a:blip r:embed="rId5">
              <a:alphaModFix/>
            </a:blip>
            <a:srcRect l="14302" t="13395" r="14294" b="13403"/>
            <a:stretch/>
          </p:blipFill>
          <p:spPr>
            <a:xfrm rot="10800000">
              <a:off x="8028999" y="1262251"/>
              <a:ext cx="803550" cy="8238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" name="Google Shape;93;p9"/>
            <p:cNvPicPr preferRelativeResize="0"/>
            <p:nvPr/>
          </p:nvPicPr>
          <p:blipFill rotWithShape="1">
            <a:blip r:embed="rId4">
              <a:alphaModFix/>
            </a:blip>
            <a:srcRect l="14123" t="12912" r="14473" b="13886"/>
            <a:stretch/>
          </p:blipFill>
          <p:spPr>
            <a:xfrm rot="10800000">
              <a:off x="8430775" y="2683733"/>
              <a:ext cx="558600" cy="572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4" name="Google Shape;94;p9"/>
            <p:cNvPicPr preferRelativeResize="0"/>
            <p:nvPr/>
          </p:nvPicPr>
          <p:blipFill rotWithShape="1">
            <a:blip r:embed="rId5">
              <a:alphaModFix/>
            </a:blip>
            <a:srcRect l="14302" t="13395" r="14294" b="13403"/>
            <a:stretch/>
          </p:blipFill>
          <p:spPr>
            <a:xfrm rot="10800000">
              <a:off x="5237608" y="56931"/>
              <a:ext cx="213025" cy="21837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2847400" y="1585467"/>
            <a:ext cx="6497200" cy="261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2847400" y="4204667"/>
            <a:ext cx="6497200" cy="8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0"/>
          <p:cNvSpPr>
            <a:spLocks noGrp="1"/>
          </p:cNvSpPr>
          <p:nvPr>
            <p:ph type="pic" idx="2"/>
          </p:nvPr>
        </p:nvSpPr>
        <p:spPr>
          <a:xfrm>
            <a:off x="-10200" y="-10200"/>
            <a:ext cx="12212400" cy="6878400"/>
          </a:xfrm>
          <a:prstGeom prst="rect">
            <a:avLst/>
          </a:prstGeom>
          <a:noFill/>
          <a:ln>
            <a:noFill/>
          </a:ln>
        </p:spPr>
      </p:sp>
      <p:sp>
        <p:nvSpPr>
          <p:cNvPr id="99" name="Google Shape;99;p10"/>
          <p:cNvSpPr txBox="1">
            <a:spLocks noGrp="1"/>
          </p:cNvSpPr>
          <p:nvPr>
            <p:ph type="title"/>
          </p:nvPr>
        </p:nvSpPr>
        <p:spPr>
          <a:xfrm>
            <a:off x="960000" y="5352600"/>
            <a:ext cx="10272000" cy="763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oogle Shape;101;p11"/>
          <p:cNvGrpSpPr/>
          <p:nvPr/>
        </p:nvGrpSpPr>
        <p:grpSpPr>
          <a:xfrm rot="10800000" flipH="1">
            <a:off x="343585" y="141282"/>
            <a:ext cx="11526100" cy="5478820"/>
            <a:chOff x="257688" y="838986"/>
            <a:chExt cx="8644575" cy="4109115"/>
          </a:xfrm>
        </p:grpSpPr>
        <p:pic>
          <p:nvPicPr>
            <p:cNvPr id="102" name="Google Shape;102;p11"/>
            <p:cNvPicPr preferRelativeResize="0"/>
            <p:nvPr/>
          </p:nvPicPr>
          <p:blipFill rotWithShape="1">
            <a:blip r:embed="rId2">
              <a:alphaModFix/>
            </a:blip>
            <a:srcRect l="14123" t="12912" r="14473" b="13886"/>
            <a:stretch/>
          </p:blipFill>
          <p:spPr>
            <a:xfrm flipH="1">
              <a:off x="257688" y="838986"/>
              <a:ext cx="421200" cy="43183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3" name="Google Shape;103;p11"/>
            <p:cNvPicPr preferRelativeResize="0"/>
            <p:nvPr/>
          </p:nvPicPr>
          <p:blipFill rotWithShape="1">
            <a:blip r:embed="rId3">
              <a:alphaModFix/>
            </a:blip>
            <a:srcRect l="14302" t="13395" r="14294" b="13403"/>
            <a:stretch/>
          </p:blipFill>
          <p:spPr>
            <a:xfrm flipH="1">
              <a:off x="8301837" y="3501925"/>
              <a:ext cx="600426" cy="6155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" name="Google Shape;104;p11"/>
            <p:cNvPicPr preferRelativeResize="0"/>
            <p:nvPr/>
          </p:nvPicPr>
          <p:blipFill rotWithShape="1">
            <a:blip r:embed="rId2">
              <a:alphaModFix/>
            </a:blip>
            <a:srcRect l="14123" t="12912" r="14473" b="13886"/>
            <a:stretch/>
          </p:blipFill>
          <p:spPr>
            <a:xfrm flipH="1">
              <a:off x="4458651" y="4562546"/>
              <a:ext cx="331825" cy="34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5" name="Google Shape;105;p11"/>
            <p:cNvPicPr preferRelativeResize="0"/>
            <p:nvPr/>
          </p:nvPicPr>
          <p:blipFill rotWithShape="1">
            <a:blip r:embed="rId3">
              <a:alphaModFix/>
            </a:blip>
            <a:srcRect l="14302" t="13395" r="14294" b="13403"/>
            <a:stretch/>
          </p:blipFill>
          <p:spPr>
            <a:xfrm flipH="1">
              <a:off x="2931699" y="4684275"/>
              <a:ext cx="257326" cy="263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6" name="Google Shape;106;p11"/>
            <p:cNvPicPr preferRelativeResize="0"/>
            <p:nvPr/>
          </p:nvPicPr>
          <p:blipFill rotWithShape="1">
            <a:blip r:embed="rId2">
              <a:alphaModFix/>
            </a:blip>
            <a:srcRect l="14123" t="12912" r="14473" b="13886"/>
            <a:stretch/>
          </p:blipFill>
          <p:spPr>
            <a:xfrm flipH="1">
              <a:off x="8322750" y="1170553"/>
              <a:ext cx="558600" cy="572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7" name="Google Shape;107;p11"/>
          <p:cNvGrpSpPr/>
          <p:nvPr/>
        </p:nvGrpSpPr>
        <p:grpSpPr>
          <a:xfrm>
            <a:off x="-487299" y="-86832"/>
            <a:ext cx="12658284" cy="6944831"/>
            <a:chOff x="-365475" y="-65124"/>
            <a:chExt cx="9493713" cy="5208623"/>
          </a:xfrm>
        </p:grpSpPr>
        <p:pic>
          <p:nvPicPr>
            <p:cNvPr id="108" name="Google Shape;108;p11"/>
            <p:cNvPicPr preferRelativeResize="0"/>
            <p:nvPr/>
          </p:nvPicPr>
          <p:blipFill rotWithShape="1">
            <a:blip r:embed="rId4">
              <a:alphaModFix amt="70000"/>
            </a:blip>
            <a:srcRect l="59445" t="64444"/>
            <a:stretch/>
          </p:blipFill>
          <p:spPr>
            <a:xfrm>
              <a:off x="7733321" y="3920550"/>
              <a:ext cx="1394917" cy="12229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9" name="Google Shape;109;p11"/>
            <p:cNvPicPr preferRelativeResize="0"/>
            <p:nvPr/>
          </p:nvPicPr>
          <p:blipFill rotWithShape="1">
            <a:blip r:embed="rId5">
              <a:alphaModFix/>
            </a:blip>
            <a:srcRect t="49387"/>
            <a:stretch/>
          </p:blipFill>
          <p:spPr>
            <a:xfrm>
              <a:off x="-365475" y="-65124"/>
              <a:ext cx="2893201" cy="26032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0" name="Google Shape;110;p11"/>
          <p:cNvSpPr txBox="1">
            <a:spLocks noGrp="1"/>
          </p:cNvSpPr>
          <p:nvPr>
            <p:ph type="title" hasCustomPrompt="1"/>
          </p:nvPr>
        </p:nvSpPr>
        <p:spPr>
          <a:xfrm>
            <a:off x="1712000" y="2370767"/>
            <a:ext cx="8768000" cy="147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11" name="Google Shape;111;p11"/>
          <p:cNvSpPr txBox="1">
            <a:spLocks noGrp="1"/>
          </p:cNvSpPr>
          <p:nvPr>
            <p:ph type="subTitle" idx="1"/>
          </p:nvPr>
        </p:nvSpPr>
        <p:spPr>
          <a:xfrm>
            <a:off x="1712000" y="3938433"/>
            <a:ext cx="8768000" cy="54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3"/>
          <p:cNvPicPr preferRelativeResize="0"/>
          <p:nvPr/>
        </p:nvPicPr>
        <p:blipFill rotWithShape="1">
          <a:blip r:embed="rId2">
            <a:alphaModFix amt="70000"/>
          </a:blip>
          <a:srcRect l="24795" r="25081"/>
          <a:stretch/>
        </p:blipFill>
        <p:spPr>
          <a:xfrm>
            <a:off x="216167" y="-64933"/>
            <a:ext cx="1973232" cy="69990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5" name="Google Shape;115;p13"/>
          <p:cNvGrpSpPr/>
          <p:nvPr/>
        </p:nvGrpSpPr>
        <p:grpSpPr>
          <a:xfrm>
            <a:off x="1610600" y="198334"/>
            <a:ext cx="10306168" cy="6418500"/>
            <a:chOff x="1207950" y="148750"/>
            <a:chExt cx="7729626" cy="4813875"/>
          </a:xfrm>
        </p:grpSpPr>
        <p:pic>
          <p:nvPicPr>
            <p:cNvPr id="116" name="Google Shape;116;p13"/>
            <p:cNvPicPr preferRelativeResize="0"/>
            <p:nvPr/>
          </p:nvPicPr>
          <p:blipFill rotWithShape="1">
            <a:blip r:embed="rId3">
              <a:alphaModFix/>
            </a:blip>
            <a:srcRect l="14123" t="12912" r="14473" b="13886"/>
            <a:stretch/>
          </p:blipFill>
          <p:spPr>
            <a:xfrm>
              <a:off x="1468300" y="4698808"/>
              <a:ext cx="257326" cy="26381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7" name="Google Shape;117;p13"/>
            <p:cNvPicPr preferRelativeResize="0"/>
            <p:nvPr/>
          </p:nvPicPr>
          <p:blipFill rotWithShape="1">
            <a:blip r:embed="rId4">
              <a:alphaModFix/>
            </a:blip>
            <a:srcRect l="14302" t="13395" r="14294" b="13403"/>
            <a:stretch/>
          </p:blipFill>
          <p:spPr>
            <a:xfrm>
              <a:off x="1207950" y="148750"/>
              <a:ext cx="381132" cy="3907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" name="Google Shape;118;p13"/>
            <p:cNvPicPr preferRelativeResize="0"/>
            <p:nvPr/>
          </p:nvPicPr>
          <p:blipFill rotWithShape="1">
            <a:blip r:embed="rId3">
              <a:alphaModFix/>
            </a:blip>
            <a:srcRect l="14123" t="12912" r="14473" b="13886"/>
            <a:stretch/>
          </p:blipFill>
          <p:spPr>
            <a:xfrm>
              <a:off x="8337150" y="4296213"/>
              <a:ext cx="600426" cy="6155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9" name="Google Shape;119;p13"/>
            <p:cNvPicPr preferRelativeResize="0"/>
            <p:nvPr/>
          </p:nvPicPr>
          <p:blipFill rotWithShape="1">
            <a:blip r:embed="rId4">
              <a:alphaModFix/>
            </a:blip>
            <a:srcRect l="14302" t="13395" r="14294" b="13403"/>
            <a:stretch/>
          </p:blipFill>
          <p:spPr>
            <a:xfrm>
              <a:off x="8680250" y="1158625"/>
              <a:ext cx="257326" cy="2638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0" name="Google Shape;120;p13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3"/>
          <p:cNvSpPr txBox="1">
            <a:spLocks noGrp="1"/>
          </p:cNvSpPr>
          <p:nvPr>
            <p:ph type="title" idx="2" hasCustomPrompt="1"/>
          </p:nvPr>
        </p:nvSpPr>
        <p:spPr>
          <a:xfrm>
            <a:off x="2956033" y="1896600"/>
            <a:ext cx="1098800" cy="60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Font typeface="Syne"/>
              <a:buNone/>
              <a:defRPr sz="3467">
                <a:latin typeface="Syne"/>
                <a:ea typeface="Syne"/>
                <a:cs typeface="Syne"/>
                <a:sym typeface="Sy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Font typeface="Syne"/>
              <a:buNone/>
              <a:defRPr sz="3467">
                <a:latin typeface="Syne"/>
                <a:ea typeface="Syne"/>
                <a:cs typeface="Syne"/>
                <a:sym typeface="Sy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Font typeface="Syne"/>
              <a:buNone/>
              <a:defRPr sz="3467">
                <a:latin typeface="Syne"/>
                <a:ea typeface="Syne"/>
                <a:cs typeface="Syne"/>
                <a:sym typeface="Sy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Font typeface="Syne"/>
              <a:buNone/>
              <a:defRPr sz="3467">
                <a:latin typeface="Syne"/>
                <a:ea typeface="Syne"/>
                <a:cs typeface="Syne"/>
                <a:sym typeface="Sy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Font typeface="Syne"/>
              <a:buNone/>
              <a:defRPr sz="3467">
                <a:latin typeface="Syne"/>
                <a:ea typeface="Syne"/>
                <a:cs typeface="Syne"/>
                <a:sym typeface="Sy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Font typeface="Syne"/>
              <a:buNone/>
              <a:defRPr sz="3467">
                <a:latin typeface="Syne"/>
                <a:ea typeface="Syne"/>
                <a:cs typeface="Syne"/>
                <a:sym typeface="Sy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Font typeface="Syne"/>
              <a:buNone/>
              <a:defRPr sz="3467">
                <a:latin typeface="Syne"/>
                <a:ea typeface="Syne"/>
                <a:cs typeface="Syne"/>
                <a:sym typeface="Sy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Font typeface="Syne"/>
              <a:buNone/>
              <a:defRPr sz="3467">
                <a:latin typeface="Syne"/>
                <a:ea typeface="Syne"/>
                <a:cs typeface="Syne"/>
                <a:sym typeface="Syne"/>
              </a:defRPr>
            </a:lvl9pPr>
          </a:lstStyle>
          <a:p>
            <a:r>
              <a:t>xx%</a:t>
            </a:r>
          </a:p>
        </p:txBody>
      </p:sp>
      <p:sp>
        <p:nvSpPr>
          <p:cNvPr id="122" name="Google Shape;122;p13"/>
          <p:cNvSpPr txBox="1">
            <a:spLocks noGrp="1"/>
          </p:cNvSpPr>
          <p:nvPr>
            <p:ph type="title" idx="3" hasCustomPrompt="1"/>
          </p:nvPr>
        </p:nvSpPr>
        <p:spPr>
          <a:xfrm>
            <a:off x="2956033" y="4076080"/>
            <a:ext cx="1098800" cy="60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Font typeface="Syne"/>
              <a:buNone/>
              <a:defRPr sz="3467">
                <a:latin typeface="Syne"/>
                <a:ea typeface="Syne"/>
                <a:cs typeface="Syne"/>
                <a:sym typeface="Sy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Font typeface="Syne"/>
              <a:buNone/>
              <a:defRPr sz="3467">
                <a:latin typeface="Syne"/>
                <a:ea typeface="Syne"/>
                <a:cs typeface="Syne"/>
                <a:sym typeface="Sy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Font typeface="Syne"/>
              <a:buNone/>
              <a:defRPr sz="3467">
                <a:latin typeface="Syne"/>
                <a:ea typeface="Syne"/>
                <a:cs typeface="Syne"/>
                <a:sym typeface="Sy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Font typeface="Syne"/>
              <a:buNone/>
              <a:defRPr sz="3467">
                <a:latin typeface="Syne"/>
                <a:ea typeface="Syne"/>
                <a:cs typeface="Syne"/>
                <a:sym typeface="Sy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Font typeface="Syne"/>
              <a:buNone/>
              <a:defRPr sz="3467">
                <a:latin typeface="Syne"/>
                <a:ea typeface="Syne"/>
                <a:cs typeface="Syne"/>
                <a:sym typeface="Sy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Font typeface="Syne"/>
              <a:buNone/>
              <a:defRPr sz="3467">
                <a:latin typeface="Syne"/>
                <a:ea typeface="Syne"/>
                <a:cs typeface="Syne"/>
                <a:sym typeface="Sy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Font typeface="Syne"/>
              <a:buNone/>
              <a:defRPr sz="3467">
                <a:latin typeface="Syne"/>
                <a:ea typeface="Syne"/>
                <a:cs typeface="Syne"/>
                <a:sym typeface="Sy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Font typeface="Syne"/>
              <a:buNone/>
              <a:defRPr sz="3467">
                <a:latin typeface="Syne"/>
                <a:ea typeface="Syne"/>
                <a:cs typeface="Syne"/>
                <a:sym typeface="Syne"/>
              </a:defRPr>
            </a:lvl9pPr>
          </a:lstStyle>
          <a:p>
            <a:r>
              <a:t>xx%</a:t>
            </a:r>
          </a:p>
        </p:txBody>
      </p:sp>
      <p:sp>
        <p:nvSpPr>
          <p:cNvPr id="123" name="Google Shape;123;p13"/>
          <p:cNvSpPr txBox="1">
            <a:spLocks noGrp="1"/>
          </p:cNvSpPr>
          <p:nvPr>
            <p:ph type="title" idx="4" hasCustomPrompt="1"/>
          </p:nvPr>
        </p:nvSpPr>
        <p:spPr>
          <a:xfrm>
            <a:off x="2956033" y="2623093"/>
            <a:ext cx="1098800" cy="60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Font typeface="Syne"/>
              <a:buNone/>
              <a:defRPr sz="3467">
                <a:latin typeface="Syne"/>
                <a:ea typeface="Syne"/>
                <a:cs typeface="Syne"/>
                <a:sym typeface="Sy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Font typeface="Syne"/>
              <a:buNone/>
              <a:defRPr sz="3467">
                <a:latin typeface="Syne"/>
                <a:ea typeface="Syne"/>
                <a:cs typeface="Syne"/>
                <a:sym typeface="Sy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Font typeface="Syne"/>
              <a:buNone/>
              <a:defRPr sz="3467">
                <a:latin typeface="Syne"/>
                <a:ea typeface="Syne"/>
                <a:cs typeface="Syne"/>
                <a:sym typeface="Sy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Font typeface="Syne"/>
              <a:buNone/>
              <a:defRPr sz="3467">
                <a:latin typeface="Syne"/>
                <a:ea typeface="Syne"/>
                <a:cs typeface="Syne"/>
                <a:sym typeface="Sy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Font typeface="Syne"/>
              <a:buNone/>
              <a:defRPr sz="3467">
                <a:latin typeface="Syne"/>
                <a:ea typeface="Syne"/>
                <a:cs typeface="Syne"/>
                <a:sym typeface="Sy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Font typeface="Syne"/>
              <a:buNone/>
              <a:defRPr sz="3467">
                <a:latin typeface="Syne"/>
                <a:ea typeface="Syne"/>
                <a:cs typeface="Syne"/>
                <a:sym typeface="Sy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Font typeface="Syne"/>
              <a:buNone/>
              <a:defRPr sz="3467">
                <a:latin typeface="Syne"/>
                <a:ea typeface="Syne"/>
                <a:cs typeface="Syne"/>
                <a:sym typeface="Sy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Font typeface="Syne"/>
              <a:buNone/>
              <a:defRPr sz="3467">
                <a:latin typeface="Syne"/>
                <a:ea typeface="Syne"/>
                <a:cs typeface="Syne"/>
                <a:sym typeface="Syne"/>
              </a:defRPr>
            </a:lvl9pPr>
          </a:lstStyle>
          <a:p>
            <a:r>
              <a:t>xx%</a:t>
            </a:r>
          </a:p>
        </p:txBody>
      </p:sp>
      <p:sp>
        <p:nvSpPr>
          <p:cNvPr id="124" name="Google Shape;124;p13"/>
          <p:cNvSpPr txBox="1">
            <a:spLocks noGrp="1"/>
          </p:cNvSpPr>
          <p:nvPr>
            <p:ph type="title" idx="5" hasCustomPrompt="1"/>
          </p:nvPr>
        </p:nvSpPr>
        <p:spPr>
          <a:xfrm>
            <a:off x="2956033" y="4802573"/>
            <a:ext cx="1098800" cy="60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Font typeface="Syne"/>
              <a:buNone/>
              <a:defRPr sz="3467">
                <a:latin typeface="Syne"/>
                <a:ea typeface="Syne"/>
                <a:cs typeface="Syne"/>
                <a:sym typeface="Sy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Font typeface="Syne"/>
              <a:buNone/>
              <a:defRPr sz="3467">
                <a:latin typeface="Syne"/>
                <a:ea typeface="Syne"/>
                <a:cs typeface="Syne"/>
                <a:sym typeface="Sy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Font typeface="Syne"/>
              <a:buNone/>
              <a:defRPr sz="3467">
                <a:latin typeface="Syne"/>
                <a:ea typeface="Syne"/>
                <a:cs typeface="Syne"/>
                <a:sym typeface="Sy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Font typeface="Syne"/>
              <a:buNone/>
              <a:defRPr sz="3467">
                <a:latin typeface="Syne"/>
                <a:ea typeface="Syne"/>
                <a:cs typeface="Syne"/>
                <a:sym typeface="Sy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Font typeface="Syne"/>
              <a:buNone/>
              <a:defRPr sz="3467">
                <a:latin typeface="Syne"/>
                <a:ea typeface="Syne"/>
                <a:cs typeface="Syne"/>
                <a:sym typeface="Sy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Font typeface="Syne"/>
              <a:buNone/>
              <a:defRPr sz="3467">
                <a:latin typeface="Syne"/>
                <a:ea typeface="Syne"/>
                <a:cs typeface="Syne"/>
                <a:sym typeface="Sy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Font typeface="Syne"/>
              <a:buNone/>
              <a:defRPr sz="3467">
                <a:latin typeface="Syne"/>
                <a:ea typeface="Syne"/>
                <a:cs typeface="Syne"/>
                <a:sym typeface="Sy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Font typeface="Syne"/>
              <a:buNone/>
              <a:defRPr sz="3467">
                <a:latin typeface="Syne"/>
                <a:ea typeface="Syne"/>
                <a:cs typeface="Syne"/>
                <a:sym typeface="Syne"/>
              </a:defRPr>
            </a:lvl9pPr>
          </a:lstStyle>
          <a:p>
            <a:r>
              <a:t>xx%</a:t>
            </a:r>
          </a:p>
        </p:txBody>
      </p:sp>
      <p:sp>
        <p:nvSpPr>
          <p:cNvPr id="125" name="Google Shape;125;p13"/>
          <p:cNvSpPr txBox="1">
            <a:spLocks noGrp="1"/>
          </p:cNvSpPr>
          <p:nvPr>
            <p:ph type="title" idx="6" hasCustomPrompt="1"/>
          </p:nvPr>
        </p:nvSpPr>
        <p:spPr>
          <a:xfrm>
            <a:off x="2956033" y="3349587"/>
            <a:ext cx="1098800" cy="60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Font typeface="Syne"/>
              <a:buNone/>
              <a:defRPr sz="3467">
                <a:latin typeface="Syne"/>
                <a:ea typeface="Syne"/>
                <a:cs typeface="Syne"/>
                <a:sym typeface="Sy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Font typeface="Syne"/>
              <a:buNone/>
              <a:defRPr sz="3467">
                <a:latin typeface="Syne"/>
                <a:ea typeface="Syne"/>
                <a:cs typeface="Syne"/>
                <a:sym typeface="Sy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Font typeface="Syne"/>
              <a:buNone/>
              <a:defRPr sz="3467">
                <a:latin typeface="Syne"/>
                <a:ea typeface="Syne"/>
                <a:cs typeface="Syne"/>
                <a:sym typeface="Sy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Font typeface="Syne"/>
              <a:buNone/>
              <a:defRPr sz="3467">
                <a:latin typeface="Syne"/>
                <a:ea typeface="Syne"/>
                <a:cs typeface="Syne"/>
                <a:sym typeface="Sy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Font typeface="Syne"/>
              <a:buNone/>
              <a:defRPr sz="3467">
                <a:latin typeface="Syne"/>
                <a:ea typeface="Syne"/>
                <a:cs typeface="Syne"/>
                <a:sym typeface="Sy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Font typeface="Syne"/>
              <a:buNone/>
              <a:defRPr sz="3467">
                <a:latin typeface="Syne"/>
                <a:ea typeface="Syne"/>
                <a:cs typeface="Syne"/>
                <a:sym typeface="Sy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Font typeface="Syne"/>
              <a:buNone/>
              <a:defRPr sz="3467">
                <a:latin typeface="Syne"/>
                <a:ea typeface="Syne"/>
                <a:cs typeface="Syne"/>
                <a:sym typeface="Sy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Font typeface="Syne"/>
              <a:buNone/>
              <a:defRPr sz="3467">
                <a:latin typeface="Syne"/>
                <a:ea typeface="Syne"/>
                <a:cs typeface="Syne"/>
                <a:sym typeface="Syne"/>
              </a:defRPr>
            </a:lvl9pPr>
          </a:lstStyle>
          <a:p>
            <a:r>
              <a:t>xx%</a:t>
            </a:r>
          </a:p>
        </p:txBody>
      </p:sp>
      <p:sp>
        <p:nvSpPr>
          <p:cNvPr id="126" name="Google Shape;126;p13"/>
          <p:cNvSpPr txBox="1">
            <a:spLocks noGrp="1"/>
          </p:cNvSpPr>
          <p:nvPr>
            <p:ph type="title" idx="7" hasCustomPrompt="1"/>
          </p:nvPr>
        </p:nvSpPr>
        <p:spPr>
          <a:xfrm>
            <a:off x="2956033" y="5529067"/>
            <a:ext cx="1098800" cy="60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Font typeface="Syne"/>
              <a:buNone/>
              <a:defRPr sz="3467">
                <a:latin typeface="Syne"/>
                <a:ea typeface="Syne"/>
                <a:cs typeface="Syne"/>
                <a:sym typeface="Sy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Font typeface="Syne"/>
              <a:buNone/>
              <a:defRPr sz="3467">
                <a:latin typeface="Syne"/>
                <a:ea typeface="Syne"/>
                <a:cs typeface="Syne"/>
                <a:sym typeface="Sy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Font typeface="Syne"/>
              <a:buNone/>
              <a:defRPr sz="3467">
                <a:latin typeface="Syne"/>
                <a:ea typeface="Syne"/>
                <a:cs typeface="Syne"/>
                <a:sym typeface="Sy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Font typeface="Syne"/>
              <a:buNone/>
              <a:defRPr sz="3467">
                <a:latin typeface="Syne"/>
                <a:ea typeface="Syne"/>
                <a:cs typeface="Syne"/>
                <a:sym typeface="Sy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Font typeface="Syne"/>
              <a:buNone/>
              <a:defRPr sz="3467">
                <a:latin typeface="Syne"/>
                <a:ea typeface="Syne"/>
                <a:cs typeface="Syne"/>
                <a:sym typeface="Sy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Font typeface="Syne"/>
              <a:buNone/>
              <a:defRPr sz="3467">
                <a:latin typeface="Syne"/>
                <a:ea typeface="Syne"/>
                <a:cs typeface="Syne"/>
                <a:sym typeface="Sy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Font typeface="Syne"/>
              <a:buNone/>
              <a:defRPr sz="3467">
                <a:latin typeface="Syne"/>
                <a:ea typeface="Syne"/>
                <a:cs typeface="Syne"/>
                <a:sym typeface="Sy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Font typeface="Syne"/>
              <a:buNone/>
              <a:defRPr sz="3467">
                <a:latin typeface="Syne"/>
                <a:ea typeface="Syne"/>
                <a:cs typeface="Syne"/>
                <a:sym typeface="Syne"/>
              </a:defRPr>
            </a:lvl9pPr>
          </a:lstStyle>
          <a:p>
            <a:r>
              <a:t>xx%</a:t>
            </a:r>
          </a:p>
        </p:txBody>
      </p:sp>
      <p:sp>
        <p:nvSpPr>
          <p:cNvPr id="127" name="Google Shape;127;p13"/>
          <p:cNvSpPr txBox="1">
            <a:spLocks noGrp="1"/>
          </p:cNvSpPr>
          <p:nvPr>
            <p:ph type="subTitle" idx="1"/>
          </p:nvPr>
        </p:nvSpPr>
        <p:spPr>
          <a:xfrm>
            <a:off x="4379533" y="1896600"/>
            <a:ext cx="4856400" cy="60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e"/>
              <a:buNone/>
              <a:defRPr sz="2400" b="1">
                <a:latin typeface="Syne"/>
                <a:ea typeface="Syne"/>
                <a:cs typeface="Syne"/>
                <a:sym typeface="Sy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e"/>
              <a:buNone/>
              <a:defRPr sz="2400" b="1">
                <a:latin typeface="Syne"/>
                <a:ea typeface="Syne"/>
                <a:cs typeface="Syne"/>
                <a:sym typeface="Sy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e"/>
              <a:buNone/>
              <a:defRPr sz="2400" b="1">
                <a:latin typeface="Syne"/>
                <a:ea typeface="Syne"/>
                <a:cs typeface="Syne"/>
                <a:sym typeface="Sy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e"/>
              <a:buNone/>
              <a:defRPr sz="2400" b="1">
                <a:latin typeface="Syne"/>
                <a:ea typeface="Syne"/>
                <a:cs typeface="Syne"/>
                <a:sym typeface="Sy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e"/>
              <a:buNone/>
              <a:defRPr sz="2400" b="1">
                <a:latin typeface="Syne"/>
                <a:ea typeface="Syne"/>
                <a:cs typeface="Syne"/>
                <a:sym typeface="Sy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e"/>
              <a:buNone/>
              <a:defRPr sz="2400" b="1">
                <a:latin typeface="Syne"/>
                <a:ea typeface="Syne"/>
                <a:cs typeface="Syne"/>
                <a:sym typeface="Sy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e"/>
              <a:buNone/>
              <a:defRPr sz="2400" b="1">
                <a:latin typeface="Syne"/>
                <a:ea typeface="Syne"/>
                <a:cs typeface="Syne"/>
                <a:sym typeface="Sy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e"/>
              <a:buNone/>
              <a:defRPr sz="2400" b="1">
                <a:latin typeface="Syne"/>
                <a:ea typeface="Syne"/>
                <a:cs typeface="Syne"/>
                <a:sym typeface="Syne"/>
              </a:defRPr>
            </a:lvl9pPr>
          </a:lstStyle>
          <a:p>
            <a:endParaRPr/>
          </a:p>
        </p:txBody>
      </p:sp>
      <p:sp>
        <p:nvSpPr>
          <p:cNvPr id="128" name="Google Shape;128;p13"/>
          <p:cNvSpPr txBox="1">
            <a:spLocks noGrp="1"/>
          </p:cNvSpPr>
          <p:nvPr>
            <p:ph type="subTitle" idx="8"/>
          </p:nvPr>
        </p:nvSpPr>
        <p:spPr>
          <a:xfrm>
            <a:off x="4379533" y="2623093"/>
            <a:ext cx="4856400" cy="60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e"/>
              <a:buNone/>
              <a:defRPr sz="2400" b="1">
                <a:latin typeface="Syne"/>
                <a:ea typeface="Syne"/>
                <a:cs typeface="Syne"/>
                <a:sym typeface="Sy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e"/>
              <a:buNone/>
              <a:defRPr sz="2400" b="1">
                <a:latin typeface="Syne"/>
                <a:ea typeface="Syne"/>
                <a:cs typeface="Syne"/>
                <a:sym typeface="Sy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e"/>
              <a:buNone/>
              <a:defRPr sz="2400" b="1">
                <a:latin typeface="Syne"/>
                <a:ea typeface="Syne"/>
                <a:cs typeface="Syne"/>
                <a:sym typeface="Sy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e"/>
              <a:buNone/>
              <a:defRPr sz="2400" b="1">
                <a:latin typeface="Syne"/>
                <a:ea typeface="Syne"/>
                <a:cs typeface="Syne"/>
                <a:sym typeface="Sy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e"/>
              <a:buNone/>
              <a:defRPr sz="2400" b="1">
                <a:latin typeface="Syne"/>
                <a:ea typeface="Syne"/>
                <a:cs typeface="Syne"/>
                <a:sym typeface="Sy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e"/>
              <a:buNone/>
              <a:defRPr sz="2400" b="1">
                <a:latin typeface="Syne"/>
                <a:ea typeface="Syne"/>
                <a:cs typeface="Syne"/>
                <a:sym typeface="Sy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e"/>
              <a:buNone/>
              <a:defRPr sz="2400" b="1">
                <a:latin typeface="Syne"/>
                <a:ea typeface="Syne"/>
                <a:cs typeface="Syne"/>
                <a:sym typeface="Sy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e"/>
              <a:buNone/>
              <a:defRPr sz="2400" b="1">
                <a:latin typeface="Syne"/>
                <a:ea typeface="Syne"/>
                <a:cs typeface="Syne"/>
                <a:sym typeface="Syne"/>
              </a:defRPr>
            </a:lvl9pPr>
          </a:lstStyle>
          <a:p>
            <a:endParaRPr/>
          </a:p>
        </p:txBody>
      </p:sp>
      <p:sp>
        <p:nvSpPr>
          <p:cNvPr id="129" name="Google Shape;129;p13"/>
          <p:cNvSpPr txBox="1">
            <a:spLocks noGrp="1"/>
          </p:cNvSpPr>
          <p:nvPr>
            <p:ph type="subTitle" idx="9"/>
          </p:nvPr>
        </p:nvSpPr>
        <p:spPr>
          <a:xfrm>
            <a:off x="4379533" y="3349587"/>
            <a:ext cx="4856400" cy="60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e"/>
              <a:buNone/>
              <a:defRPr sz="2400" b="1">
                <a:latin typeface="Syne"/>
                <a:ea typeface="Syne"/>
                <a:cs typeface="Syne"/>
                <a:sym typeface="Sy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e"/>
              <a:buNone/>
              <a:defRPr sz="2400" b="1">
                <a:latin typeface="Syne"/>
                <a:ea typeface="Syne"/>
                <a:cs typeface="Syne"/>
                <a:sym typeface="Sy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e"/>
              <a:buNone/>
              <a:defRPr sz="2400" b="1">
                <a:latin typeface="Syne"/>
                <a:ea typeface="Syne"/>
                <a:cs typeface="Syne"/>
                <a:sym typeface="Sy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e"/>
              <a:buNone/>
              <a:defRPr sz="2400" b="1">
                <a:latin typeface="Syne"/>
                <a:ea typeface="Syne"/>
                <a:cs typeface="Syne"/>
                <a:sym typeface="Sy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e"/>
              <a:buNone/>
              <a:defRPr sz="2400" b="1">
                <a:latin typeface="Syne"/>
                <a:ea typeface="Syne"/>
                <a:cs typeface="Syne"/>
                <a:sym typeface="Sy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e"/>
              <a:buNone/>
              <a:defRPr sz="2400" b="1">
                <a:latin typeface="Syne"/>
                <a:ea typeface="Syne"/>
                <a:cs typeface="Syne"/>
                <a:sym typeface="Sy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e"/>
              <a:buNone/>
              <a:defRPr sz="2400" b="1">
                <a:latin typeface="Syne"/>
                <a:ea typeface="Syne"/>
                <a:cs typeface="Syne"/>
                <a:sym typeface="Sy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e"/>
              <a:buNone/>
              <a:defRPr sz="2400" b="1">
                <a:latin typeface="Syne"/>
                <a:ea typeface="Syne"/>
                <a:cs typeface="Syne"/>
                <a:sym typeface="Syne"/>
              </a:defRPr>
            </a:lvl9pPr>
          </a:lstStyle>
          <a:p>
            <a:endParaRPr/>
          </a:p>
        </p:txBody>
      </p:sp>
      <p:sp>
        <p:nvSpPr>
          <p:cNvPr id="130" name="Google Shape;130;p13"/>
          <p:cNvSpPr txBox="1">
            <a:spLocks noGrp="1"/>
          </p:cNvSpPr>
          <p:nvPr>
            <p:ph type="subTitle" idx="13"/>
          </p:nvPr>
        </p:nvSpPr>
        <p:spPr>
          <a:xfrm>
            <a:off x="4379533" y="4076080"/>
            <a:ext cx="4856400" cy="60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e"/>
              <a:buNone/>
              <a:defRPr sz="2400" b="1">
                <a:latin typeface="Syne"/>
                <a:ea typeface="Syne"/>
                <a:cs typeface="Syne"/>
                <a:sym typeface="Sy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e"/>
              <a:buNone/>
              <a:defRPr sz="2400" b="1">
                <a:latin typeface="Syne"/>
                <a:ea typeface="Syne"/>
                <a:cs typeface="Syne"/>
                <a:sym typeface="Sy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e"/>
              <a:buNone/>
              <a:defRPr sz="2400" b="1">
                <a:latin typeface="Syne"/>
                <a:ea typeface="Syne"/>
                <a:cs typeface="Syne"/>
                <a:sym typeface="Sy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e"/>
              <a:buNone/>
              <a:defRPr sz="2400" b="1">
                <a:latin typeface="Syne"/>
                <a:ea typeface="Syne"/>
                <a:cs typeface="Syne"/>
                <a:sym typeface="Sy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e"/>
              <a:buNone/>
              <a:defRPr sz="2400" b="1">
                <a:latin typeface="Syne"/>
                <a:ea typeface="Syne"/>
                <a:cs typeface="Syne"/>
                <a:sym typeface="Sy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e"/>
              <a:buNone/>
              <a:defRPr sz="2400" b="1">
                <a:latin typeface="Syne"/>
                <a:ea typeface="Syne"/>
                <a:cs typeface="Syne"/>
                <a:sym typeface="Sy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e"/>
              <a:buNone/>
              <a:defRPr sz="2400" b="1">
                <a:latin typeface="Syne"/>
                <a:ea typeface="Syne"/>
                <a:cs typeface="Syne"/>
                <a:sym typeface="Sy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e"/>
              <a:buNone/>
              <a:defRPr sz="2400" b="1">
                <a:latin typeface="Syne"/>
                <a:ea typeface="Syne"/>
                <a:cs typeface="Syne"/>
                <a:sym typeface="Syne"/>
              </a:defRPr>
            </a:lvl9pPr>
          </a:lstStyle>
          <a:p>
            <a:endParaRPr/>
          </a:p>
        </p:txBody>
      </p:sp>
      <p:sp>
        <p:nvSpPr>
          <p:cNvPr id="131" name="Google Shape;131;p13"/>
          <p:cNvSpPr txBox="1">
            <a:spLocks noGrp="1"/>
          </p:cNvSpPr>
          <p:nvPr>
            <p:ph type="subTitle" idx="14"/>
          </p:nvPr>
        </p:nvSpPr>
        <p:spPr>
          <a:xfrm>
            <a:off x="4379533" y="4802573"/>
            <a:ext cx="4856400" cy="60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e"/>
              <a:buNone/>
              <a:defRPr sz="2400" b="1">
                <a:latin typeface="Syne"/>
                <a:ea typeface="Syne"/>
                <a:cs typeface="Syne"/>
                <a:sym typeface="Sy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e"/>
              <a:buNone/>
              <a:defRPr sz="2400" b="1">
                <a:latin typeface="Syne"/>
                <a:ea typeface="Syne"/>
                <a:cs typeface="Syne"/>
                <a:sym typeface="Sy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e"/>
              <a:buNone/>
              <a:defRPr sz="2400" b="1">
                <a:latin typeface="Syne"/>
                <a:ea typeface="Syne"/>
                <a:cs typeface="Syne"/>
                <a:sym typeface="Sy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e"/>
              <a:buNone/>
              <a:defRPr sz="2400" b="1">
                <a:latin typeface="Syne"/>
                <a:ea typeface="Syne"/>
                <a:cs typeface="Syne"/>
                <a:sym typeface="Sy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e"/>
              <a:buNone/>
              <a:defRPr sz="2400" b="1">
                <a:latin typeface="Syne"/>
                <a:ea typeface="Syne"/>
                <a:cs typeface="Syne"/>
                <a:sym typeface="Sy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e"/>
              <a:buNone/>
              <a:defRPr sz="2400" b="1">
                <a:latin typeface="Syne"/>
                <a:ea typeface="Syne"/>
                <a:cs typeface="Syne"/>
                <a:sym typeface="Sy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e"/>
              <a:buNone/>
              <a:defRPr sz="2400" b="1">
                <a:latin typeface="Syne"/>
                <a:ea typeface="Syne"/>
                <a:cs typeface="Syne"/>
                <a:sym typeface="Sy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e"/>
              <a:buNone/>
              <a:defRPr sz="2400" b="1">
                <a:latin typeface="Syne"/>
                <a:ea typeface="Syne"/>
                <a:cs typeface="Syne"/>
                <a:sym typeface="Syne"/>
              </a:defRPr>
            </a:lvl9pPr>
          </a:lstStyle>
          <a:p>
            <a:endParaRPr/>
          </a:p>
        </p:txBody>
      </p:sp>
      <p:sp>
        <p:nvSpPr>
          <p:cNvPr id="132" name="Google Shape;132;p13"/>
          <p:cNvSpPr txBox="1">
            <a:spLocks noGrp="1"/>
          </p:cNvSpPr>
          <p:nvPr>
            <p:ph type="subTitle" idx="15"/>
          </p:nvPr>
        </p:nvSpPr>
        <p:spPr>
          <a:xfrm>
            <a:off x="4379533" y="5529067"/>
            <a:ext cx="4856400" cy="60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e"/>
              <a:buNone/>
              <a:defRPr sz="2400" b="1">
                <a:latin typeface="Syne"/>
                <a:ea typeface="Syne"/>
                <a:cs typeface="Syne"/>
                <a:sym typeface="Sy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e"/>
              <a:buNone/>
              <a:defRPr sz="2400" b="1">
                <a:latin typeface="Syne"/>
                <a:ea typeface="Syne"/>
                <a:cs typeface="Syne"/>
                <a:sym typeface="Sy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e"/>
              <a:buNone/>
              <a:defRPr sz="2400" b="1">
                <a:latin typeface="Syne"/>
                <a:ea typeface="Syne"/>
                <a:cs typeface="Syne"/>
                <a:sym typeface="Sy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e"/>
              <a:buNone/>
              <a:defRPr sz="2400" b="1">
                <a:latin typeface="Syne"/>
                <a:ea typeface="Syne"/>
                <a:cs typeface="Syne"/>
                <a:sym typeface="Sy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e"/>
              <a:buNone/>
              <a:defRPr sz="2400" b="1">
                <a:latin typeface="Syne"/>
                <a:ea typeface="Syne"/>
                <a:cs typeface="Syne"/>
                <a:sym typeface="Sy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e"/>
              <a:buNone/>
              <a:defRPr sz="2400" b="1">
                <a:latin typeface="Syne"/>
                <a:ea typeface="Syne"/>
                <a:cs typeface="Syne"/>
                <a:sym typeface="Sy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e"/>
              <a:buNone/>
              <a:defRPr sz="2400" b="1">
                <a:latin typeface="Syne"/>
                <a:ea typeface="Syne"/>
                <a:cs typeface="Syne"/>
                <a:sym typeface="Sy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e"/>
              <a:buNone/>
              <a:defRPr sz="2400" b="1">
                <a:latin typeface="Syne"/>
                <a:ea typeface="Syne"/>
                <a:cs typeface="Syne"/>
                <a:sym typeface="Syn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Google Shape;134;p14"/>
          <p:cNvGrpSpPr/>
          <p:nvPr/>
        </p:nvGrpSpPr>
        <p:grpSpPr>
          <a:xfrm flipH="1">
            <a:off x="216234" y="174561"/>
            <a:ext cx="11898335" cy="6539904"/>
            <a:chOff x="162175" y="130921"/>
            <a:chExt cx="8923751" cy="4904928"/>
          </a:xfrm>
        </p:grpSpPr>
        <p:pic>
          <p:nvPicPr>
            <p:cNvPr id="135" name="Google Shape;135;p14"/>
            <p:cNvPicPr preferRelativeResize="0"/>
            <p:nvPr/>
          </p:nvPicPr>
          <p:blipFill rotWithShape="1">
            <a:blip r:embed="rId2">
              <a:alphaModFix/>
            </a:blip>
            <a:srcRect l="14123" t="12912" r="14473" b="13886"/>
            <a:stretch/>
          </p:blipFill>
          <p:spPr>
            <a:xfrm>
              <a:off x="162175" y="4604011"/>
              <a:ext cx="421200" cy="43183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" name="Google Shape;136;p14"/>
            <p:cNvPicPr preferRelativeResize="0"/>
            <p:nvPr/>
          </p:nvPicPr>
          <p:blipFill rotWithShape="1">
            <a:blip r:embed="rId3">
              <a:alphaModFix/>
            </a:blip>
            <a:srcRect l="14302" t="13395" r="14294" b="13403"/>
            <a:stretch/>
          </p:blipFill>
          <p:spPr>
            <a:xfrm>
              <a:off x="8485500" y="4409925"/>
              <a:ext cx="600426" cy="6155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7" name="Google Shape;137;p14"/>
            <p:cNvPicPr preferRelativeResize="0"/>
            <p:nvPr/>
          </p:nvPicPr>
          <p:blipFill rotWithShape="1">
            <a:blip r:embed="rId2">
              <a:alphaModFix/>
            </a:blip>
            <a:srcRect l="14123" t="12912" r="14473" b="13886"/>
            <a:stretch/>
          </p:blipFill>
          <p:spPr>
            <a:xfrm>
              <a:off x="7492850" y="130921"/>
              <a:ext cx="331825" cy="34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8" name="Google Shape;138;p14"/>
            <p:cNvPicPr preferRelativeResize="0"/>
            <p:nvPr/>
          </p:nvPicPr>
          <p:blipFill rotWithShape="1">
            <a:blip r:embed="rId3">
              <a:alphaModFix/>
            </a:blip>
            <a:srcRect l="14302" t="13395" r="14294" b="13403"/>
            <a:stretch/>
          </p:blipFill>
          <p:spPr>
            <a:xfrm>
              <a:off x="199375" y="2816375"/>
              <a:ext cx="257326" cy="2638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9" name="Google Shape;139;p14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14"/>
          <p:cNvSpPr txBox="1">
            <a:spLocks noGrp="1"/>
          </p:cNvSpPr>
          <p:nvPr>
            <p:ph type="subTitle" idx="1"/>
          </p:nvPr>
        </p:nvSpPr>
        <p:spPr>
          <a:xfrm>
            <a:off x="959933" y="3533087"/>
            <a:ext cx="3216800" cy="2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14"/>
          <p:cNvSpPr txBox="1">
            <a:spLocks noGrp="1"/>
          </p:cNvSpPr>
          <p:nvPr>
            <p:ph type="subTitle" idx="2"/>
          </p:nvPr>
        </p:nvSpPr>
        <p:spPr>
          <a:xfrm>
            <a:off x="4487567" y="3533087"/>
            <a:ext cx="3216800" cy="2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14"/>
          <p:cNvSpPr txBox="1">
            <a:spLocks noGrp="1"/>
          </p:cNvSpPr>
          <p:nvPr>
            <p:ph type="subTitle" idx="3"/>
          </p:nvPr>
        </p:nvSpPr>
        <p:spPr>
          <a:xfrm>
            <a:off x="8015200" y="3533087"/>
            <a:ext cx="3216800" cy="2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14"/>
          <p:cNvSpPr txBox="1">
            <a:spLocks noGrp="1"/>
          </p:cNvSpPr>
          <p:nvPr>
            <p:ph type="subTitle" idx="4"/>
          </p:nvPr>
        </p:nvSpPr>
        <p:spPr>
          <a:xfrm>
            <a:off x="959933" y="3006008"/>
            <a:ext cx="3216800" cy="6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9pPr>
          </a:lstStyle>
          <a:p>
            <a:endParaRPr/>
          </a:p>
        </p:txBody>
      </p:sp>
      <p:sp>
        <p:nvSpPr>
          <p:cNvPr id="144" name="Google Shape;144;p14"/>
          <p:cNvSpPr txBox="1">
            <a:spLocks noGrp="1"/>
          </p:cNvSpPr>
          <p:nvPr>
            <p:ph type="subTitle" idx="5"/>
          </p:nvPr>
        </p:nvSpPr>
        <p:spPr>
          <a:xfrm>
            <a:off x="4487567" y="3006008"/>
            <a:ext cx="3216800" cy="6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9pPr>
          </a:lstStyle>
          <a:p>
            <a:endParaRPr/>
          </a:p>
        </p:txBody>
      </p:sp>
      <p:sp>
        <p:nvSpPr>
          <p:cNvPr id="145" name="Google Shape;145;p14"/>
          <p:cNvSpPr txBox="1">
            <a:spLocks noGrp="1"/>
          </p:cNvSpPr>
          <p:nvPr>
            <p:ph type="subTitle" idx="6"/>
          </p:nvPr>
        </p:nvSpPr>
        <p:spPr>
          <a:xfrm>
            <a:off x="8015201" y="3006008"/>
            <a:ext cx="3216800" cy="6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9pPr>
          </a:lstStyle>
          <a:p>
            <a:endParaRPr/>
          </a:p>
        </p:txBody>
      </p:sp>
      <p:pic>
        <p:nvPicPr>
          <p:cNvPr id="146" name="Google Shape;146;p14"/>
          <p:cNvPicPr preferRelativeResize="0"/>
          <p:nvPr/>
        </p:nvPicPr>
        <p:blipFill rotWithShape="1">
          <a:blip r:embed="rId4">
            <a:alphaModFix/>
          </a:blip>
          <a:srcRect t="25155" b="40869"/>
          <a:stretch/>
        </p:blipFill>
        <p:spPr>
          <a:xfrm rot="3047689">
            <a:off x="-1841147" y="-714587"/>
            <a:ext cx="3857624" cy="23301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" name="Google Shape;148;p15"/>
          <p:cNvGrpSpPr/>
          <p:nvPr/>
        </p:nvGrpSpPr>
        <p:grpSpPr>
          <a:xfrm>
            <a:off x="152701" y="143549"/>
            <a:ext cx="11888900" cy="3566487"/>
            <a:chOff x="114525" y="107661"/>
            <a:chExt cx="8916675" cy="2674865"/>
          </a:xfrm>
        </p:grpSpPr>
        <p:pic>
          <p:nvPicPr>
            <p:cNvPr id="149" name="Google Shape;149;p15"/>
            <p:cNvPicPr preferRelativeResize="0"/>
            <p:nvPr/>
          </p:nvPicPr>
          <p:blipFill rotWithShape="1">
            <a:blip r:embed="rId2">
              <a:alphaModFix/>
            </a:blip>
            <a:srcRect l="14123" t="12912" r="14473" b="13886"/>
            <a:stretch/>
          </p:blipFill>
          <p:spPr>
            <a:xfrm flipH="1">
              <a:off x="8138076" y="107661"/>
              <a:ext cx="421200" cy="43183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0" name="Google Shape;150;p15"/>
            <p:cNvPicPr preferRelativeResize="0"/>
            <p:nvPr/>
          </p:nvPicPr>
          <p:blipFill rotWithShape="1">
            <a:blip r:embed="rId3">
              <a:alphaModFix/>
            </a:blip>
            <a:srcRect l="14302" t="13395" r="14294" b="13403"/>
            <a:stretch/>
          </p:blipFill>
          <p:spPr>
            <a:xfrm flipH="1">
              <a:off x="8430775" y="2166950"/>
              <a:ext cx="600426" cy="6155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1" name="Google Shape;151;p15"/>
            <p:cNvPicPr preferRelativeResize="0"/>
            <p:nvPr/>
          </p:nvPicPr>
          <p:blipFill rotWithShape="1">
            <a:blip r:embed="rId3">
              <a:alphaModFix/>
            </a:blip>
            <a:srcRect l="14302" t="13395" r="14294" b="13403"/>
            <a:stretch/>
          </p:blipFill>
          <p:spPr>
            <a:xfrm flipH="1">
              <a:off x="321224" y="1553500"/>
              <a:ext cx="257326" cy="263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2" name="Google Shape;152;p15"/>
            <p:cNvPicPr preferRelativeResize="0"/>
            <p:nvPr/>
          </p:nvPicPr>
          <p:blipFill rotWithShape="1">
            <a:blip r:embed="rId2">
              <a:alphaModFix/>
            </a:blip>
            <a:srcRect l="14123" t="12912" r="14473" b="13886"/>
            <a:stretch/>
          </p:blipFill>
          <p:spPr>
            <a:xfrm flipH="1">
              <a:off x="114525" y="212578"/>
              <a:ext cx="558600" cy="572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3" name="Google Shape;153;p15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15"/>
          <p:cNvSpPr txBox="1">
            <a:spLocks noGrp="1"/>
          </p:cNvSpPr>
          <p:nvPr>
            <p:ph type="subTitle" idx="1"/>
          </p:nvPr>
        </p:nvSpPr>
        <p:spPr>
          <a:xfrm>
            <a:off x="5347100" y="2834123"/>
            <a:ext cx="5695600" cy="110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15"/>
          <p:cNvSpPr txBox="1">
            <a:spLocks noGrp="1"/>
          </p:cNvSpPr>
          <p:nvPr>
            <p:ph type="subTitle" idx="2"/>
          </p:nvPr>
        </p:nvSpPr>
        <p:spPr>
          <a:xfrm>
            <a:off x="5347100" y="1743500"/>
            <a:ext cx="5695600" cy="11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15"/>
          <p:cNvSpPr txBox="1">
            <a:spLocks noGrp="1"/>
          </p:cNvSpPr>
          <p:nvPr>
            <p:ph type="subTitle" idx="3"/>
          </p:nvPr>
        </p:nvSpPr>
        <p:spPr>
          <a:xfrm>
            <a:off x="5347100" y="3930344"/>
            <a:ext cx="5695600" cy="110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15"/>
          <p:cNvSpPr txBox="1">
            <a:spLocks noGrp="1"/>
          </p:cNvSpPr>
          <p:nvPr>
            <p:ph type="subTitle" idx="4"/>
          </p:nvPr>
        </p:nvSpPr>
        <p:spPr>
          <a:xfrm>
            <a:off x="5347105" y="5024567"/>
            <a:ext cx="5695600" cy="110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15"/>
          <p:cNvSpPr txBox="1">
            <a:spLocks noGrp="1"/>
          </p:cNvSpPr>
          <p:nvPr>
            <p:ph type="subTitle" idx="5"/>
          </p:nvPr>
        </p:nvSpPr>
        <p:spPr>
          <a:xfrm>
            <a:off x="2055900" y="1740700"/>
            <a:ext cx="3291200" cy="110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9pPr>
          </a:lstStyle>
          <a:p>
            <a:endParaRPr/>
          </a:p>
        </p:txBody>
      </p:sp>
      <p:sp>
        <p:nvSpPr>
          <p:cNvPr id="159" name="Google Shape;159;p15"/>
          <p:cNvSpPr txBox="1">
            <a:spLocks noGrp="1"/>
          </p:cNvSpPr>
          <p:nvPr>
            <p:ph type="subTitle" idx="6"/>
          </p:nvPr>
        </p:nvSpPr>
        <p:spPr>
          <a:xfrm>
            <a:off x="2055900" y="3929944"/>
            <a:ext cx="3291200" cy="110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9pPr>
          </a:lstStyle>
          <a:p>
            <a:endParaRPr/>
          </a:p>
        </p:txBody>
      </p:sp>
      <p:sp>
        <p:nvSpPr>
          <p:cNvPr id="160" name="Google Shape;160;p15"/>
          <p:cNvSpPr txBox="1">
            <a:spLocks noGrp="1"/>
          </p:cNvSpPr>
          <p:nvPr>
            <p:ph type="subTitle" idx="7"/>
          </p:nvPr>
        </p:nvSpPr>
        <p:spPr>
          <a:xfrm>
            <a:off x="2055900" y="2835656"/>
            <a:ext cx="3291200" cy="110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9pPr>
          </a:lstStyle>
          <a:p>
            <a:endParaRPr/>
          </a:p>
        </p:txBody>
      </p:sp>
      <p:sp>
        <p:nvSpPr>
          <p:cNvPr id="161" name="Google Shape;161;p15"/>
          <p:cNvSpPr txBox="1">
            <a:spLocks noGrp="1"/>
          </p:cNvSpPr>
          <p:nvPr>
            <p:ph type="subTitle" idx="8"/>
          </p:nvPr>
        </p:nvSpPr>
        <p:spPr>
          <a:xfrm>
            <a:off x="2055900" y="5024567"/>
            <a:ext cx="3291200" cy="110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9pPr>
          </a:lstStyle>
          <a:p>
            <a:endParaRPr/>
          </a:p>
        </p:txBody>
      </p:sp>
      <p:pic>
        <p:nvPicPr>
          <p:cNvPr id="162" name="Google Shape;162;p15"/>
          <p:cNvPicPr preferRelativeResize="0"/>
          <p:nvPr/>
        </p:nvPicPr>
        <p:blipFill rotWithShape="1">
          <a:blip r:embed="rId4">
            <a:alphaModFix amt="70000"/>
          </a:blip>
          <a:srcRect l="39283" t="55317"/>
          <a:stretch/>
        </p:blipFill>
        <p:spPr>
          <a:xfrm>
            <a:off x="11042698" y="4813733"/>
            <a:ext cx="2777767" cy="20442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Google Shape;164;p16"/>
          <p:cNvGrpSpPr/>
          <p:nvPr/>
        </p:nvGrpSpPr>
        <p:grpSpPr>
          <a:xfrm rot="10800000" flipH="1">
            <a:off x="98667" y="177888"/>
            <a:ext cx="11942933" cy="6417313"/>
            <a:chOff x="74000" y="107661"/>
            <a:chExt cx="8957200" cy="4812985"/>
          </a:xfrm>
        </p:grpSpPr>
        <p:pic>
          <p:nvPicPr>
            <p:cNvPr id="165" name="Google Shape;165;p16"/>
            <p:cNvPicPr preferRelativeResize="0"/>
            <p:nvPr/>
          </p:nvPicPr>
          <p:blipFill rotWithShape="1">
            <a:blip r:embed="rId2">
              <a:alphaModFix/>
            </a:blip>
            <a:srcRect l="14123" t="12912" r="14473" b="13886"/>
            <a:stretch/>
          </p:blipFill>
          <p:spPr>
            <a:xfrm flipH="1">
              <a:off x="8138076" y="107661"/>
              <a:ext cx="421200" cy="43183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6" name="Google Shape;166;p16"/>
            <p:cNvPicPr preferRelativeResize="0"/>
            <p:nvPr/>
          </p:nvPicPr>
          <p:blipFill rotWithShape="1">
            <a:blip r:embed="rId3">
              <a:alphaModFix/>
            </a:blip>
            <a:srcRect l="14302" t="13395" r="14294" b="13403"/>
            <a:stretch/>
          </p:blipFill>
          <p:spPr>
            <a:xfrm flipH="1">
              <a:off x="8430775" y="2166950"/>
              <a:ext cx="600426" cy="6155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7" name="Google Shape;167;p16"/>
            <p:cNvPicPr preferRelativeResize="0"/>
            <p:nvPr/>
          </p:nvPicPr>
          <p:blipFill rotWithShape="1">
            <a:blip r:embed="rId2">
              <a:alphaModFix/>
            </a:blip>
            <a:srcRect l="14123" t="12912" r="14473" b="13886"/>
            <a:stretch/>
          </p:blipFill>
          <p:spPr>
            <a:xfrm flipH="1">
              <a:off x="5078401" y="4580446"/>
              <a:ext cx="331825" cy="34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8" name="Google Shape;168;p16"/>
            <p:cNvPicPr preferRelativeResize="0"/>
            <p:nvPr/>
          </p:nvPicPr>
          <p:blipFill rotWithShape="1">
            <a:blip r:embed="rId3">
              <a:alphaModFix/>
            </a:blip>
            <a:srcRect l="14302" t="13395" r="14294" b="13403"/>
            <a:stretch/>
          </p:blipFill>
          <p:spPr>
            <a:xfrm flipH="1">
              <a:off x="299349" y="1246250"/>
              <a:ext cx="257326" cy="263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9" name="Google Shape;169;p16"/>
            <p:cNvPicPr preferRelativeResize="0"/>
            <p:nvPr/>
          </p:nvPicPr>
          <p:blipFill rotWithShape="1">
            <a:blip r:embed="rId2">
              <a:alphaModFix/>
            </a:blip>
            <a:srcRect l="14123" t="12912" r="14473" b="13886"/>
            <a:stretch/>
          </p:blipFill>
          <p:spPr>
            <a:xfrm flipH="1">
              <a:off x="74000" y="2588353"/>
              <a:ext cx="558600" cy="572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0" name="Google Shape;170;p16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16"/>
          <p:cNvSpPr txBox="1">
            <a:spLocks noGrp="1"/>
          </p:cNvSpPr>
          <p:nvPr>
            <p:ph type="subTitle" idx="1"/>
          </p:nvPr>
        </p:nvSpPr>
        <p:spPr>
          <a:xfrm>
            <a:off x="950967" y="2090300"/>
            <a:ext cx="4188000" cy="89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16"/>
          <p:cNvSpPr txBox="1">
            <a:spLocks noGrp="1"/>
          </p:cNvSpPr>
          <p:nvPr>
            <p:ph type="subTitle" idx="2"/>
          </p:nvPr>
        </p:nvSpPr>
        <p:spPr>
          <a:xfrm>
            <a:off x="950967" y="3666684"/>
            <a:ext cx="4188000" cy="89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16"/>
          <p:cNvSpPr txBox="1">
            <a:spLocks noGrp="1"/>
          </p:cNvSpPr>
          <p:nvPr>
            <p:ph type="subTitle" idx="3"/>
          </p:nvPr>
        </p:nvSpPr>
        <p:spPr>
          <a:xfrm>
            <a:off x="7053033" y="2090300"/>
            <a:ext cx="4188000" cy="89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16"/>
          <p:cNvSpPr txBox="1">
            <a:spLocks noGrp="1"/>
          </p:cNvSpPr>
          <p:nvPr>
            <p:ph type="subTitle" idx="4"/>
          </p:nvPr>
        </p:nvSpPr>
        <p:spPr>
          <a:xfrm>
            <a:off x="7053033" y="3666684"/>
            <a:ext cx="4188000" cy="89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16"/>
          <p:cNvSpPr txBox="1">
            <a:spLocks noGrp="1"/>
          </p:cNvSpPr>
          <p:nvPr>
            <p:ph type="subTitle" idx="5"/>
          </p:nvPr>
        </p:nvSpPr>
        <p:spPr>
          <a:xfrm>
            <a:off x="950967" y="5243067"/>
            <a:ext cx="4188000" cy="89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16"/>
          <p:cNvSpPr txBox="1">
            <a:spLocks noGrp="1"/>
          </p:cNvSpPr>
          <p:nvPr>
            <p:ph type="subTitle" idx="6"/>
          </p:nvPr>
        </p:nvSpPr>
        <p:spPr>
          <a:xfrm>
            <a:off x="7053033" y="5243067"/>
            <a:ext cx="4188000" cy="89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16"/>
          <p:cNvSpPr txBox="1">
            <a:spLocks noGrp="1"/>
          </p:cNvSpPr>
          <p:nvPr>
            <p:ph type="subTitle" idx="7"/>
          </p:nvPr>
        </p:nvSpPr>
        <p:spPr>
          <a:xfrm>
            <a:off x="950967" y="1570767"/>
            <a:ext cx="4188000" cy="6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9pPr>
          </a:lstStyle>
          <a:p>
            <a:endParaRPr/>
          </a:p>
        </p:txBody>
      </p:sp>
      <p:sp>
        <p:nvSpPr>
          <p:cNvPr id="178" name="Google Shape;178;p16"/>
          <p:cNvSpPr txBox="1">
            <a:spLocks noGrp="1"/>
          </p:cNvSpPr>
          <p:nvPr>
            <p:ph type="subTitle" idx="8"/>
          </p:nvPr>
        </p:nvSpPr>
        <p:spPr>
          <a:xfrm>
            <a:off x="950967" y="3148040"/>
            <a:ext cx="4188000" cy="6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9pPr>
          </a:lstStyle>
          <a:p>
            <a:endParaRPr/>
          </a:p>
        </p:txBody>
      </p:sp>
      <p:sp>
        <p:nvSpPr>
          <p:cNvPr id="179" name="Google Shape;179;p16"/>
          <p:cNvSpPr txBox="1">
            <a:spLocks noGrp="1"/>
          </p:cNvSpPr>
          <p:nvPr>
            <p:ph type="subTitle" idx="9"/>
          </p:nvPr>
        </p:nvSpPr>
        <p:spPr>
          <a:xfrm>
            <a:off x="950967" y="4725313"/>
            <a:ext cx="4188000" cy="6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9pPr>
          </a:lstStyle>
          <a:p>
            <a:endParaRPr/>
          </a:p>
        </p:txBody>
      </p:sp>
      <p:sp>
        <p:nvSpPr>
          <p:cNvPr id="180" name="Google Shape;180;p16"/>
          <p:cNvSpPr txBox="1">
            <a:spLocks noGrp="1"/>
          </p:cNvSpPr>
          <p:nvPr>
            <p:ph type="subTitle" idx="13"/>
          </p:nvPr>
        </p:nvSpPr>
        <p:spPr>
          <a:xfrm>
            <a:off x="7053033" y="1570767"/>
            <a:ext cx="4188000" cy="6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9pPr>
          </a:lstStyle>
          <a:p>
            <a:endParaRPr/>
          </a:p>
        </p:txBody>
      </p:sp>
      <p:sp>
        <p:nvSpPr>
          <p:cNvPr id="181" name="Google Shape;181;p16"/>
          <p:cNvSpPr txBox="1">
            <a:spLocks noGrp="1"/>
          </p:cNvSpPr>
          <p:nvPr>
            <p:ph type="subTitle" idx="14"/>
          </p:nvPr>
        </p:nvSpPr>
        <p:spPr>
          <a:xfrm>
            <a:off x="7053033" y="3148040"/>
            <a:ext cx="4188000" cy="6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9pPr>
          </a:lstStyle>
          <a:p>
            <a:endParaRPr/>
          </a:p>
        </p:txBody>
      </p:sp>
      <p:sp>
        <p:nvSpPr>
          <p:cNvPr id="182" name="Google Shape;182;p16"/>
          <p:cNvSpPr txBox="1">
            <a:spLocks noGrp="1"/>
          </p:cNvSpPr>
          <p:nvPr>
            <p:ph type="subTitle" idx="15"/>
          </p:nvPr>
        </p:nvSpPr>
        <p:spPr>
          <a:xfrm>
            <a:off x="7053033" y="4725313"/>
            <a:ext cx="4188000" cy="6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yne"/>
              <a:buNone/>
              <a:defRPr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defRPr>
            </a:lvl9pPr>
          </a:lstStyle>
          <a:p>
            <a:endParaRPr/>
          </a:p>
        </p:txBody>
      </p:sp>
      <p:pic>
        <p:nvPicPr>
          <p:cNvPr id="183" name="Google Shape;183;p16"/>
          <p:cNvPicPr preferRelativeResize="0"/>
          <p:nvPr/>
        </p:nvPicPr>
        <p:blipFill rotWithShape="1">
          <a:blip r:embed="rId4">
            <a:alphaModFix amt="70000"/>
          </a:blip>
          <a:srcRect l="39283" t="55317"/>
          <a:stretch/>
        </p:blipFill>
        <p:spPr>
          <a:xfrm rot="10800000">
            <a:off x="-1649633" y="-1375633"/>
            <a:ext cx="3361432" cy="2473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0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17"/>
          <p:cNvGrpSpPr/>
          <p:nvPr/>
        </p:nvGrpSpPr>
        <p:grpSpPr>
          <a:xfrm>
            <a:off x="124500" y="203182"/>
            <a:ext cx="11942933" cy="6451653"/>
            <a:chOff x="74000" y="107661"/>
            <a:chExt cx="8957200" cy="4838740"/>
          </a:xfrm>
        </p:grpSpPr>
        <p:pic>
          <p:nvPicPr>
            <p:cNvPr id="186" name="Google Shape;186;p17"/>
            <p:cNvPicPr preferRelativeResize="0"/>
            <p:nvPr/>
          </p:nvPicPr>
          <p:blipFill rotWithShape="1">
            <a:blip r:embed="rId2">
              <a:alphaModFix/>
            </a:blip>
            <a:srcRect l="14123" t="12912" r="14473" b="13886"/>
            <a:stretch/>
          </p:blipFill>
          <p:spPr>
            <a:xfrm flipH="1">
              <a:off x="8138076" y="107661"/>
              <a:ext cx="421200" cy="43183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7" name="Google Shape;187;p17"/>
            <p:cNvPicPr preferRelativeResize="0"/>
            <p:nvPr/>
          </p:nvPicPr>
          <p:blipFill rotWithShape="1">
            <a:blip r:embed="rId3">
              <a:alphaModFix/>
            </a:blip>
            <a:srcRect l="14302" t="13395" r="14294" b="13403"/>
            <a:stretch/>
          </p:blipFill>
          <p:spPr>
            <a:xfrm flipH="1">
              <a:off x="8430775" y="2166950"/>
              <a:ext cx="600426" cy="6155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8" name="Google Shape;188;p17"/>
            <p:cNvPicPr preferRelativeResize="0"/>
            <p:nvPr/>
          </p:nvPicPr>
          <p:blipFill rotWithShape="1">
            <a:blip r:embed="rId2">
              <a:alphaModFix/>
            </a:blip>
            <a:srcRect l="14123" t="12912" r="14473" b="13886"/>
            <a:stretch/>
          </p:blipFill>
          <p:spPr>
            <a:xfrm flipH="1">
              <a:off x="8507401" y="4487846"/>
              <a:ext cx="331825" cy="34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9" name="Google Shape;189;p17"/>
            <p:cNvPicPr preferRelativeResize="0"/>
            <p:nvPr/>
          </p:nvPicPr>
          <p:blipFill rotWithShape="1">
            <a:blip r:embed="rId3">
              <a:alphaModFix/>
            </a:blip>
            <a:srcRect l="14302" t="13395" r="14294" b="13403"/>
            <a:stretch/>
          </p:blipFill>
          <p:spPr>
            <a:xfrm flipH="1">
              <a:off x="337449" y="4682575"/>
              <a:ext cx="257326" cy="263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0" name="Google Shape;190;p17"/>
            <p:cNvPicPr preferRelativeResize="0"/>
            <p:nvPr/>
          </p:nvPicPr>
          <p:blipFill rotWithShape="1">
            <a:blip r:embed="rId2">
              <a:alphaModFix/>
            </a:blip>
            <a:srcRect l="14123" t="12912" r="14473" b="13886"/>
            <a:stretch/>
          </p:blipFill>
          <p:spPr>
            <a:xfrm flipH="1">
              <a:off x="74000" y="3455128"/>
              <a:ext cx="558600" cy="572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1" name="Google Shape;191;p17"/>
          <p:cNvGrpSpPr/>
          <p:nvPr/>
        </p:nvGrpSpPr>
        <p:grpSpPr>
          <a:xfrm>
            <a:off x="-1860703" y="-2165066"/>
            <a:ext cx="12288803" cy="9389967"/>
            <a:chOff x="-1395527" y="-1623800"/>
            <a:chExt cx="9216602" cy="7042475"/>
          </a:xfrm>
        </p:grpSpPr>
        <p:pic>
          <p:nvPicPr>
            <p:cNvPr id="192" name="Google Shape;192;p17"/>
            <p:cNvPicPr preferRelativeResize="0"/>
            <p:nvPr/>
          </p:nvPicPr>
          <p:blipFill rotWithShape="1">
            <a:blip r:embed="rId4">
              <a:alphaModFix/>
            </a:blip>
            <a:srcRect t="25155" b="40869"/>
            <a:stretch/>
          </p:blipFill>
          <p:spPr>
            <a:xfrm rot="3047689">
              <a:off x="-1250635" y="-824315"/>
              <a:ext cx="2893218" cy="17476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3" name="Google Shape;193;p17"/>
            <p:cNvPicPr preferRelativeResize="0"/>
            <p:nvPr/>
          </p:nvPicPr>
          <p:blipFill rotWithShape="1">
            <a:blip r:embed="rId4">
              <a:alphaModFix/>
            </a:blip>
            <a:srcRect l="22179" r="45855"/>
            <a:stretch/>
          </p:blipFill>
          <p:spPr>
            <a:xfrm rot="5399990">
              <a:off x="4786913" y="2384513"/>
              <a:ext cx="924826" cy="514349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4" name="Google Shape;194;p17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1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6" name="Google Shape;196;p18"/>
          <p:cNvGrpSpPr/>
          <p:nvPr/>
        </p:nvGrpSpPr>
        <p:grpSpPr>
          <a:xfrm>
            <a:off x="216233" y="122833"/>
            <a:ext cx="11719267" cy="6591632"/>
            <a:chOff x="162175" y="92125"/>
            <a:chExt cx="8789450" cy="4943724"/>
          </a:xfrm>
        </p:grpSpPr>
        <p:pic>
          <p:nvPicPr>
            <p:cNvPr id="197" name="Google Shape;197;p18"/>
            <p:cNvPicPr preferRelativeResize="0"/>
            <p:nvPr/>
          </p:nvPicPr>
          <p:blipFill rotWithShape="1">
            <a:blip r:embed="rId2">
              <a:alphaModFix/>
            </a:blip>
            <a:srcRect l="14123" t="12912" r="14473" b="13886"/>
            <a:stretch/>
          </p:blipFill>
          <p:spPr>
            <a:xfrm>
              <a:off x="162175" y="4604011"/>
              <a:ext cx="421200" cy="43183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8" name="Google Shape;198;p18"/>
            <p:cNvPicPr preferRelativeResize="0"/>
            <p:nvPr/>
          </p:nvPicPr>
          <p:blipFill rotWithShape="1">
            <a:blip r:embed="rId3">
              <a:alphaModFix/>
            </a:blip>
            <a:srcRect l="14302" t="13395" r="14294" b="13403"/>
            <a:stretch/>
          </p:blipFill>
          <p:spPr>
            <a:xfrm>
              <a:off x="8305850" y="92125"/>
              <a:ext cx="600426" cy="6155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9" name="Google Shape;199;p18"/>
            <p:cNvPicPr preferRelativeResize="0"/>
            <p:nvPr/>
          </p:nvPicPr>
          <p:blipFill rotWithShape="1">
            <a:blip r:embed="rId2">
              <a:alphaModFix/>
            </a:blip>
            <a:srcRect l="14123" t="12912" r="14473" b="13886"/>
            <a:stretch/>
          </p:blipFill>
          <p:spPr>
            <a:xfrm>
              <a:off x="8619800" y="2044121"/>
              <a:ext cx="331825" cy="34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0" name="Google Shape;200;p18"/>
            <p:cNvPicPr preferRelativeResize="0"/>
            <p:nvPr/>
          </p:nvPicPr>
          <p:blipFill rotWithShape="1">
            <a:blip r:embed="rId3">
              <a:alphaModFix/>
            </a:blip>
            <a:srcRect l="14302" t="13395" r="14294" b="13403"/>
            <a:stretch/>
          </p:blipFill>
          <p:spPr>
            <a:xfrm>
              <a:off x="199375" y="2816375"/>
              <a:ext cx="257326" cy="263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1" name="Google Shape;201;p18"/>
            <p:cNvPicPr preferRelativeResize="0"/>
            <p:nvPr/>
          </p:nvPicPr>
          <p:blipFill rotWithShape="1">
            <a:blip r:embed="rId3">
              <a:alphaModFix/>
            </a:blip>
            <a:srcRect l="14302" t="13395" r="14294" b="13403"/>
            <a:stretch/>
          </p:blipFill>
          <p:spPr>
            <a:xfrm>
              <a:off x="4136725" y="92125"/>
              <a:ext cx="257326" cy="2638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2" name="Google Shape;202;p18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endParaRPr/>
          </a:p>
        </p:txBody>
      </p:sp>
      <p:pic>
        <p:nvPicPr>
          <p:cNvPr id="203" name="Google Shape;203;p18"/>
          <p:cNvPicPr preferRelativeResize="0"/>
          <p:nvPr/>
        </p:nvPicPr>
        <p:blipFill rotWithShape="1">
          <a:blip r:embed="rId4">
            <a:alphaModFix/>
          </a:blip>
          <a:srcRect t="49387"/>
          <a:stretch/>
        </p:blipFill>
        <p:spPr>
          <a:xfrm>
            <a:off x="-1858899" y="-1496531"/>
            <a:ext cx="3857601" cy="3471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" name="Google Shape;205;p19"/>
          <p:cNvGrpSpPr/>
          <p:nvPr/>
        </p:nvGrpSpPr>
        <p:grpSpPr>
          <a:xfrm rot="10800000" flipH="1">
            <a:off x="70800" y="104782"/>
            <a:ext cx="11834835" cy="6709287"/>
            <a:chOff x="53100" y="-56489"/>
            <a:chExt cx="8876126" cy="5031965"/>
          </a:xfrm>
        </p:grpSpPr>
        <p:pic>
          <p:nvPicPr>
            <p:cNvPr id="206" name="Google Shape;206;p19"/>
            <p:cNvPicPr preferRelativeResize="0"/>
            <p:nvPr/>
          </p:nvPicPr>
          <p:blipFill rotWithShape="1">
            <a:blip r:embed="rId2">
              <a:alphaModFix/>
            </a:blip>
            <a:srcRect l="14123" t="12912" r="14473" b="13886"/>
            <a:stretch/>
          </p:blipFill>
          <p:spPr>
            <a:xfrm flipH="1">
              <a:off x="5969851" y="-56489"/>
              <a:ext cx="421200" cy="43183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7" name="Google Shape;207;p19"/>
            <p:cNvPicPr preferRelativeResize="0"/>
            <p:nvPr/>
          </p:nvPicPr>
          <p:blipFill rotWithShape="1">
            <a:blip r:embed="rId3">
              <a:alphaModFix/>
            </a:blip>
            <a:srcRect l="14302" t="13395" r="14294" b="13403"/>
            <a:stretch/>
          </p:blipFill>
          <p:spPr>
            <a:xfrm flipH="1">
              <a:off x="53100" y="2324650"/>
              <a:ext cx="600426" cy="6155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8" name="Google Shape;208;p19"/>
            <p:cNvPicPr preferRelativeResize="0"/>
            <p:nvPr/>
          </p:nvPicPr>
          <p:blipFill rotWithShape="1">
            <a:blip r:embed="rId2">
              <a:alphaModFix/>
            </a:blip>
            <a:srcRect l="14123" t="12912" r="14473" b="13886"/>
            <a:stretch/>
          </p:blipFill>
          <p:spPr>
            <a:xfrm flipH="1">
              <a:off x="187388" y="153496"/>
              <a:ext cx="331825" cy="34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" name="Google Shape;209;p19"/>
            <p:cNvPicPr preferRelativeResize="0"/>
            <p:nvPr/>
          </p:nvPicPr>
          <p:blipFill rotWithShape="1">
            <a:blip r:embed="rId3">
              <a:alphaModFix/>
            </a:blip>
            <a:srcRect l="14302" t="13395" r="14294" b="13403"/>
            <a:stretch/>
          </p:blipFill>
          <p:spPr>
            <a:xfrm flipH="1">
              <a:off x="6556949" y="4711650"/>
              <a:ext cx="257326" cy="263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0" name="Google Shape;210;p19"/>
            <p:cNvPicPr preferRelativeResize="0"/>
            <p:nvPr/>
          </p:nvPicPr>
          <p:blipFill rotWithShape="1">
            <a:blip r:embed="rId2">
              <a:alphaModFix/>
            </a:blip>
            <a:srcRect l="14123" t="12912" r="14473" b="13886"/>
            <a:stretch/>
          </p:blipFill>
          <p:spPr>
            <a:xfrm flipH="1">
              <a:off x="8370625" y="3352528"/>
              <a:ext cx="558600" cy="572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1" name="Google Shape;211;p19"/>
          <p:cNvGrpSpPr/>
          <p:nvPr/>
        </p:nvGrpSpPr>
        <p:grpSpPr>
          <a:xfrm>
            <a:off x="-258725" y="0"/>
            <a:ext cx="12709433" cy="6858000"/>
            <a:chOff x="-194044" y="0"/>
            <a:chExt cx="9532075" cy="5143500"/>
          </a:xfrm>
        </p:grpSpPr>
        <p:pic>
          <p:nvPicPr>
            <p:cNvPr id="212" name="Google Shape;212;p19"/>
            <p:cNvPicPr preferRelativeResize="0"/>
            <p:nvPr/>
          </p:nvPicPr>
          <p:blipFill>
            <a:blip r:embed="rId4">
              <a:alphaModFix amt="70000"/>
            </a:blip>
            <a:stretch>
              <a:fillRect/>
            </a:stretch>
          </p:blipFill>
          <p:spPr>
            <a:xfrm>
              <a:off x="-194044" y="0"/>
              <a:ext cx="1814513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3" name="Google Shape;213;p19"/>
            <p:cNvPicPr preferRelativeResize="0"/>
            <p:nvPr/>
          </p:nvPicPr>
          <p:blipFill>
            <a:blip r:embed="rId4">
              <a:alphaModFix amt="70000"/>
            </a:blip>
            <a:stretch>
              <a:fillRect/>
            </a:stretch>
          </p:blipFill>
          <p:spPr>
            <a:xfrm flipH="1">
              <a:off x="7523519" y="0"/>
              <a:ext cx="1814513" cy="51435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4" name="Google Shape;214;p19"/>
          <p:cNvSpPr txBox="1">
            <a:spLocks noGrp="1"/>
          </p:cNvSpPr>
          <p:nvPr>
            <p:ph type="title" hasCustomPrompt="1"/>
          </p:nvPr>
        </p:nvSpPr>
        <p:spPr>
          <a:xfrm>
            <a:off x="3348187" y="2614012"/>
            <a:ext cx="54956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15" name="Google Shape;215;p19"/>
          <p:cNvSpPr txBox="1">
            <a:spLocks noGrp="1"/>
          </p:cNvSpPr>
          <p:nvPr>
            <p:ph type="title" idx="2" hasCustomPrompt="1"/>
          </p:nvPr>
        </p:nvSpPr>
        <p:spPr>
          <a:xfrm>
            <a:off x="3348207" y="719333"/>
            <a:ext cx="54956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16" name="Google Shape;216;p19"/>
          <p:cNvSpPr txBox="1">
            <a:spLocks noGrp="1"/>
          </p:cNvSpPr>
          <p:nvPr>
            <p:ph type="title" idx="3" hasCustomPrompt="1"/>
          </p:nvPr>
        </p:nvSpPr>
        <p:spPr>
          <a:xfrm>
            <a:off x="3348187" y="4508691"/>
            <a:ext cx="54956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17" name="Google Shape;217;p19"/>
          <p:cNvSpPr txBox="1">
            <a:spLocks noGrp="1"/>
          </p:cNvSpPr>
          <p:nvPr>
            <p:ph type="subTitle" idx="1"/>
          </p:nvPr>
        </p:nvSpPr>
        <p:spPr>
          <a:xfrm>
            <a:off x="3348213" y="3695804"/>
            <a:ext cx="5495600" cy="54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p19"/>
          <p:cNvSpPr txBox="1">
            <a:spLocks noGrp="1"/>
          </p:cNvSpPr>
          <p:nvPr>
            <p:ph type="subTitle" idx="4"/>
          </p:nvPr>
        </p:nvSpPr>
        <p:spPr>
          <a:xfrm>
            <a:off x="3348187" y="5589852"/>
            <a:ext cx="5495600" cy="54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19"/>
          <p:cNvSpPr txBox="1">
            <a:spLocks noGrp="1"/>
          </p:cNvSpPr>
          <p:nvPr>
            <p:ph type="subTitle" idx="5"/>
          </p:nvPr>
        </p:nvSpPr>
        <p:spPr>
          <a:xfrm>
            <a:off x="3348187" y="1801755"/>
            <a:ext cx="5495600" cy="54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1" name="Google Shape;221;p20"/>
          <p:cNvGrpSpPr/>
          <p:nvPr/>
        </p:nvGrpSpPr>
        <p:grpSpPr>
          <a:xfrm>
            <a:off x="-114266" y="-25400"/>
            <a:ext cx="12401567" cy="6896099"/>
            <a:chOff x="-85700" y="-19050"/>
            <a:chExt cx="9301175" cy="5172074"/>
          </a:xfrm>
        </p:grpSpPr>
        <p:pic>
          <p:nvPicPr>
            <p:cNvPr id="222" name="Google Shape;222;p20"/>
            <p:cNvPicPr preferRelativeResize="0"/>
            <p:nvPr/>
          </p:nvPicPr>
          <p:blipFill rotWithShape="1">
            <a:blip r:embed="rId2">
              <a:alphaModFix amt="70000"/>
            </a:blip>
            <a:srcRect l="10190" r="33350"/>
            <a:stretch/>
          </p:blipFill>
          <p:spPr>
            <a:xfrm rot="5400000">
              <a:off x="-1450150" y="1345399"/>
              <a:ext cx="5162549" cy="2433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3" name="Google Shape;223;p20"/>
            <p:cNvPicPr preferRelativeResize="0"/>
            <p:nvPr/>
          </p:nvPicPr>
          <p:blipFill rotWithShape="1">
            <a:blip r:embed="rId2">
              <a:alphaModFix amt="70000"/>
            </a:blip>
            <a:srcRect l="10298" r="33242"/>
            <a:stretch/>
          </p:blipFill>
          <p:spPr>
            <a:xfrm rot="5400000">
              <a:off x="5417375" y="1354925"/>
              <a:ext cx="5162549" cy="2433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4" name="Google Shape;224;p20"/>
          <p:cNvGrpSpPr/>
          <p:nvPr/>
        </p:nvGrpSpPr>
        <p:grpSpPr>
          <a:xfrm>
            <a:off x="39051" y="-92898"/>
            <a:ext cx="12091248" cy="6519465"/>
            <a:chOff x="29288" y="-69674"/>
            <a:chExt cx="9068436" cy="4889599"/>
          </a:xfrm>
        </p:grpSpPr>
        <p:pic>
          <p:nvPicPr>
            <p:cNvPr id="225" name="Google Shape;225;p20"/>
            <p:cNvPicPr preferRelativeResize="0"/>
            <p:nvPr/>
          </p:nvPicPr>
          <p:blipFill rotWithShape="1">
            <a:blip r:embed="rId3">
              <a:alphaModFix/>
            </a:blip>
            <a:srcRect l="14123" t="12912" r="14473" b="13886"/>
            <a:stretch/>
          </p:blipFill>
          <p:spPr>
            <a:xfrm rot="10800000">
              <a:off x="8485338" y="4388087"/>
              <a:ext cx="421200" cy="43183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6" name="Google Shape;226;p20"/>
            <p:cNvPicPr preferRelativeResize="0"/>
            <p:nvPr/>
          </p:nvPicPr>
          <p:blipFill rotWithShape="1">
            <a:blip r:embed="rId4">
              <a:alphaModFix/>
            </a:blip>
            <a:srcRect l="14302" t="13395" r="14294" b="13403"/>
            <a:stretch/>
          </p:blipFill>
          <p:spPr>
            <a:xfrm rot="10800000">
              <a:off x="116358" y="1866081"/>
              <a:ext cx="213025" cy="2183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7" name="Google Shape;227;p20"/>
            <p:cNvPicPr preferRelativeResize="0"/>
            <p:nvPr/>
          </p:nvPicPr>
          <p:blipFill rotWithShape="1">
            <a:blip r:embed="rId3">
              <a:alphaModFix/>
            </a:blip>
            <a:srcRect l="14123" t="12912" r="14473" b="13886"/>
            <a:stretch/>
          </p:blipFill>
          <p:spPr>
            <a:xfrm rot="10800000">
              <a:off x="268013" y="3631065"/>
              <a:ext cx="331825" cy="34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8" name="Google Shape;228;p20"/>
            <p:cNvPicPr preferRelativeResize="0"/>
            <p:nvPr/>
          </p:nvPicPr>
          <p:blipFill rotWithShape="1">
            <a:blip r:embed="rId4">
              <a:alphaModFix/>
            </a:blip>
            <a:srcRect l="14302" t="13395" r="14294" b="13403"/>
            <a:stretch/>
          </p:blipFill>
          <p:spPr>
            <a:xfrm rot="10800000">
              <a:off x="8294174" y="-69674"/>
              <a:ext cx="803550" cy="8238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9" name="Google Shape;229;p20"/>
            <p:cNvPicPr preferRelativeResize="0"/>
            <p:nvPr/>
          </p:nvPicPr>
          <p:blipFill rotWithShape="1">
            <a:blip r:embed="rId3">
              <a:alphaModFix/>
            </a:blip>
            <a:srcRect l="14123" t="12912" r="14473" b="13886"/>
            <a:stretch/>
          </p:blipFill>
          <p:spPr>
            <a:xfrm rot="10800000">
              <a:off x="29288" y="-69667"/>
              <a:ext cx="558600" cy="572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0" name="Google Shape;230;p20"/>
            <p:cNvPicPr preferRelativeResize="0"/>
            <p:nvPr/>
          </p:nvPicPr>
          <p:blipFill rotWithShape="1">
            <a:blip r:embed="rId4">
              <a:alphaModFix/>
            </a:blip>
            <a:srcRect l="14302" t="13395" r="14294" b="13403"/>
            <a:stretch/>
          </p:blipFill>
          <p:spPr>
            <a:xfrm rot="10800000">
              <a:off x="5237608" y="56931"/>
              <a:ext cx="213025" cy="21837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1" name="Google Shape;231;p20"/>
          <p:cNvSpPr txBox="1">
            <a:spLocks noGrp="1"/>
          </p:cNvSpPr>
          <p:nvPr>
            <p:ph type="title"/>
          </p:nvPr>
        </p:nvSpPr>
        <p:spPr>
          <a:xfrm>
            <a:off x="3130600" y="719333"/>
            <a:ext cx="5930800" cy="14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endParaRPr/>
          </a:p>
        </p:txBody>
      </p:sp>
      <p:sp>
        <p:nvSpPr>
          <p:cNvPr id="232" name="Google Shape;232;p20"/>
          <p:cNvSpPr txBox="1">
            <a:spLocks noGrp="1"/>
          </p:cNvSpPr>
          <p:nvPr>
            <p:ph type="subTitle" idx="1"/>
          </p:nvPr>
        </p:nvSpPr>
        <p:spPr>
          <a:xfrm>
            <a:off x="3130600" y="2124800"/>
            <a:ext cx="5930800" cy="11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33" name="Google Shape;233;p20"/>
          <p:cNvSpPr txBox="1"/>
          <p:nvPr/>
        </p:nvSpPr>
        <p:spPr>
          <a:xfrm>
            <a:off x="2798800" y="4988867"/>
            <a:ext cx="6594400" cy="7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67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CREDITS:</a:t>
            </a:r>
            <a:r>
              <a:rPr lang="en" sz="1467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This presentation template was created by </a:t>
            </a:r>
            <a:r>
              <a:rPr lang="en" sz="1467" b="1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467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, and includes icons by </a:t>
            </a:r>
            <a:r>
              <a:rPr lang="en" sz="1467" b="1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467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, and infographics &amp; images by </a:t>
            </a:r>
            <a:r>
              <a:rPr lang="en" sz="1467" b="1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467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sz="1467" b="1" u="sng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" name="Google Shape;235;p21"/>
          <p:cNvGrpSpPr/>
          <p:nvPr/>
        </p:nvGrpSpPr>
        <p:grpSpPr>
          <a:xfrm>
            <a:off x="1" y="274597"/>
            <a:ext cx="11981468" cy="5282169"/>
            <a:chOff x="0" y="205947"/>
            <a:chExt cx="8986101" cy="3961627"/>
          </a:xfrm>
        </p:grpSpPr>
        <p:pic>
          <p:nvPicPr>
            <p:cNvPr id="236" name="Google Shape;236;p21"/>
            <p:cNvPicPr preferRelativeResize="0"/>
            <p:nvPr/>
          </p:nvPicPr>
          <p:blipFill rotWithShape="1">
            <a:blip r:embed="rId2">
              <a:alphaModFix/>
            </a:blip>
            <a:srcRect l="14123" t="12912" r="14473" b="13886"/>
            <a:stretch/>
          </p:blipFill>
          <p:spPr>
            <a:xfrm>
              <a:off x="0" y="3377975"/>
              <a:ext cx="770175" cy="789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7" name="Google Shape;237;p21"/>
            <p:cNvPicPr preferRelativeResize="0"/>
            <p:nvPr/>
          </p:nvPicPr>
          <p:blipFill rotWithShape="1">
            <a:blip r:embed="rId3">
              <a:alphaModFix/>
            </a:blip>
            <a:srcRect l="14302" t="13395" r="14294" b="13403"/>
            <a:stretch/>
          </p:blipFill>
          <p:spPr>
            <a:xfrm>
              <a:off x="8385675" y="1333925"/>
              <a:ext cx="600426" cy="6155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8" name="Google Shape;238;p21"/>
            <p:cNvPicPr preferRelativeResize="0"/>
            <p:nvPr/>
          </p:nvPicPr>
          <p:blipFill rotWithShape="1">
            <a:blip r:embed="rId2">
              <a:alphaModFix/>
            </a:blip>
            <a:srcRect l="14123" t="12912" r="14473" b="13886"/>
            <a:stretch/>
          </p:blipFill>
          <p:spPr>
            <a:xfrm>
              <a:off x="8762300" y="3658052"/>
              <a:ext cx="223800" cy="2294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9" name="Google Shape;239;p21"/>
            <p:cNvPicPr preferRelativeResize="0"/>
            <p:nvPr/>
          </p:nvPicPr>
          <p:blipFill rotWithShape="1">
            <a:blip r:embed="rId3">
              <a:alphaModFix/>
            </a:blip>
            <a:srcRect l="14302" t="13395" r="14294" b="13403"/>
            <a:stretch/>
          </p:blipFill>
          <p:spPr>
            <a:xfrm>
              <a:off x="280775" y="275675"/>
              <a:ext cx="257326" cy="263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0" name="Google Shape;240;p21"/>
            <p:cNvPicPr preferRelativeResize="0"/>
            <p:nvPr/>
          </p:nvPicPr>
          <p:blipFill rotWithShape="1">
            <a:blip r:embed="rId3">
              <a:alphaModFix/>
            </a:blip>
            <a:srcRect l="14302" t="13395" r="14294" b="13403"/>
            <a:stretch/>
          </p:blipFill>
          <p:spPr>
            <a:xfrm>
              <a:off x="358475" y="2699725"/>
              <a:ext cx="600426" cy="6155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1" name="Google Shape;241;p21"/>
            <p:cNvPicPr preferRelativeResize="0"/>
            <p:nvPr/>
          </p:nvPicPr>
          <p:blipFill rotWithShape="1">
            <a:blip r:embed="rId2">
              <a:alphaModFix/>
            </a:blip>
            <a:srcRect l="14123" t="12912" r="14473" b="13886"/>
            <a:stretch/>
          </p:blipFill>
          <p:spPr>
            <a:xfrm>
              <a:off x="5585175" y="205947"/>
              <a:ext cx="549601" cy="56347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2" name="Google Shape;242;p21"/>
          <p:cNvGrpSpPr/>
          <p:nvPr/>
        </p:nvGrpSpPr>
        <p:grpSpPr>
          <a:xfrm flipH="1">
            <a:off x="1088497" y="-2165066"/>
            <a:ext cx="12472269" cy="9389967"/>
            <a:chOff x="-1533127" y="-1623800"/>
            <a:chExt cx="9354202" cy="7042475"/>
          </a:xfrm>
        </p:grpSpPr>
        <p:pic>
          <p:nvPicPr>
            <p:cNvPr id="243" name="Google Shape;243;p21"/>
            <p:cNvPicPr preferRelativeResize="0"/>
            <p:nvPr/>
          </p:nvPicPr>
          <p:blipFill rotWithShape="1">
            <a:blip r:embed="rId4">
              <a:alphaModFix/>
            </a:blip>
            <a:srcRect t="25155" b="40869"/>
            <a:stretch/>
          </p:blipFill>
          <p:spPr>
            <a:xfrm rot="3047689">
              <a:off x="-1388235" y="-824315"/>
              <a:ext cx="2893218" cy="17476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4" name="Google Shape;244;p21"/>
            <p:cNvPicPr preferRelativeResize="0"/>
            <p:nvPr/>
          </p:nvPicPr>
          <p:blipFill rotWithShape="1">
            <a:blip r:embed="rId4">
              <a:alphaModFix/>
            </a:blip>
            <a:srcRect l="22179" r="45855"/>
            <a:stretch/>
          </p:blipFill>
          <p:spPr>
            <a:xfrm rot="5399990">
              <a:off x="4786913" y="2384513"/>
              <a:ext cx="924826" cy="51434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6" name="Google Shape;246;p22"/>
          <p:cNvGrpSpPr/>
          <p:nvPr/>
        </p:nvGrpSpPr>
        <p:grpSpPr>
          <a:xfrm>
            <a:off x="136000" y="239967"/>
            <a:ext cx="11780768" cy="6471167"/>
            <a:chOff x="102000" y="179975"/>
            <a:chExt cx="8835576" cy="4853375"/>
          </a:xfrm>
        </p:grpSpPr>
        <p:pic>
          <p:nvPicPr>
            <p:cNvPr id="247" name="Google Shape;247;p22"/>
            <p:cNvPicPr preferRelativeResize="0"/>
            <p:nvPr/>
          </p:nvPicPr>
          <p:blipFill rotWithShape="1">
            <a:blip r:embed="rId2">
              <a:alphaModFix/>
            </a:blip>
            <a:srcRect l="14123" t="12912" r="14473" b="13886"/>
            <a:stretch/>
          </p:blipFill>
          <p:spPr>
            <a:xfrm>
              <a:off x="178275" y="4035025"/>
              <a:ext cx="973750" cy="998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8" name="Google Shape;248;p22"/>
            <p:cNvPicPr preferRelativeResize="0"/>
            <p:nvPr/>
          </p:nvPicPr>
          <p:blipFill rotWithShape="1">
            <a:blip r:embed="rId3">
              <a:alphaModFix/>
            </a:blip>
            <a:srcRect l="14302" t="13395" r="14294" b="13403"/>
            <a:stretch/>
          </p:blipFill>
          <p:spPr>
            <a:xfrm>
              <a:off x="102000" y="1860950"/>
              <a:ext cx="600426" cy="6155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9" name="Google Shape;249;p22"/>
            <p:cNvPicPr preferRelativeResize="0"/>
            <p:nvPr/>
          </p:nvPicPr>
          <p:blipFill rotWithShape="1">
            <a:blip r:embed="rId2">
              <a:alphaModFix/>
            </a:blip>
            <a:srcRect l="14123" t="12912" r="14473" b="13886"/>
            <a:stretch/>
          </p:blipFill>
          <p:spPr>
            <a:xfrm>
              <a:off x="8337150" y="963600"/>
              <a:ext cx="600426" cy="6155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0" name="Google Shape;250;p22"/>
            <p:cNvPicPr preferRelativeResize="0"/>
            <p:nvPr/>
          </p:nvPicPr>
          <p:blipFill rotWithShape="1">
            <a:blip r:embed="rId3">
              <a:alphaModFix/>
            </a:blip>
            <a:srcRect l="14302" t="13395" r="14294" b="13403"/>
            <a:stretch/>
          </p:blipFill>
          <p:spPr>
            <a:xfrm>
              <a:off x="6263050" y="179975"/>
              <a:ext cx="257326" cy="2638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51" name="Google Shape;251;p22"/>
          <p:cNvPicPr preferRelativeResize="0"/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0" y="4784375"/>
            <a:ext cx="12192000" cy="3244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Syne"/>
              <a:buNone/>
              <a:defRPr sz="27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Syne"/>
              <a:buNone/>
              <a:defRPr sz="27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Syne"/>
              <a:buNone/>
              <a:defRPr sz="27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Syne"/>
              <a:buNone/>
              <a:defRPr sz="27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Syne"/>
              <a:buNone/>
              <a:defRPr sz="27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Syne"/>
              <a:buNone/>
              <a:defRPr sz="27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Syne"/>
              <a:buNone/>
              <a:defRPr sz="27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Syne"/>
              <a:buNone/>
              <a:defRPr sz="27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Syne"/>
              <a:buNone/>
              <a:defRPr sz="27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9"/>
          <p:cNvSpPr txBox="1">
            <a:spLocks noGrp="1"/>
          </p:cNvSpPr>
          <p:nvPr>
            <p:ph type="ctrTitle"/>
          </p:nvPr>
        </p:nvSpPr>
        <p:spPr>
          <a:xfrm>
            <a:off x="1234800" y="2391629"/>
            <a:ext cx="9722400" cy="1401968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300"/>
              </a:spcAft>
              <a:buNone/>
            </a:pPr>
            <a:r>
              <a:rPr lang="en" sz="5400">
                <a:solidFill>
                  <a:schemeClr val="tx1"/>
                </a:solidFill>
              </a:rPr>
              <a:t>LEGACY LEARNERS</a:t>
            </a:r>
            <a:endParaRPr sz="5400">
              <a:solidFill>
                <a:schemeClr val="tx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300"/>
              </a:spcAft>
              <a:buNone/>
            </a:pPr>
            <a:r>
              <a:rPr lang="en">
                <a:solidFill>
                  <a:schemeClr val="dk2"/>
                </a:solidFill>
              </a:rPr>
              <a:t>UNIVERSITY OF SASKATCHEWAN – COLLEGE OF ENGINEERING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69" name="Google Shape;269;p29"/>
          <p:cNvSpPr txBox="1">
            <a:spLocks noGrp="1"/>
          </p:cNvSpPr>
          <p:nvPr>
            <p:ph type="subTitle" idx="1"/>
          </p:nvPr>
        </p:nvSpPr>
        <p:spPr>
          <a:xfrm>
            <a:off x="1174058" y="4278828"/>
            <a:ext cx="9722400" cy="548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tx1"/>
                </a:solidFill>
              </a:rPr>
              <a:t>Harini Krishnaraj, Sam Egunjobi, Grace Martinez, Anna Wiens, and Talia Iwanchysko</a:t>
            </a:r>
            <a:endParaRPr>
              <a:solidFill>
                <a:schemeClr val="tx1"/>
              </a:solidFill>
            </a:endParaRPr>
          </a:p>
        </p:txBody>
      </p:sp>
      <p:cxnSp>
        <p:nvCxnSpPr>
          <p:cNvPr id="270" name="Google Shape;270;p29"/>
          <p:cNvCxnSpPr>
            <a:cxnSpLocks/>
          </p:cNvCxnSpPr>
          <p:nvPr/>
        </p:nvCxnSpPr>
        <p:spPr>
          <a:xfrm>
            <a:off x="1234800" y="3977933"/>
            <a:ext cx="9722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grpSp>
        <p:nvGrpSpPr>
          <p:cNvPr id="271" name="Google Shape;271;p29"/>
          <p:cNvGrpSpPr/>
          <p:nvPr/>
        </p:nvGrpSpPr>
        <p:grpSpPr>
          <a:xfrm>
            <a:off x="5421516" y="763051"/>
            <a:ext cx="1348967" cy="828005"/>
            <a:chOff x="4101050" y="310138"/>
            <a:chExt cx="941925" cy="709200"/>
          </a:xfrm>
        </p:grpSpPr>
        <p:cxnSp>
          <p:nvCxnSpPr>
            <p:cNvPr id="272" name="Google Shape;272;p29"/>
            <p:cNvCxnSpPr/>
            <p:nvPr/>
          </p:nvCxnSpPr>
          <p:spPr>
            <a:xfrm>
              <a:off x="4101050" y="548338"/>
              <a:ext cx="0" cy="232800"/>
            </a:xfrm>
            <a:prstGeom prst="straightConnector1">
              <a:avLst/>
            </a:prstGeom>
            <a:noFill/>
            <a:ln w="19050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3" name="Google Shape;273;p29"/>
            <p:cNvCxnSpPr/>
            <p:nvPr/>
          </p:nvCxnSpPr>
          <p:spPr>
            <a:xfrm>
              <a:off x="4258038" y="463738"/>
              <a:ext cx="0" cy="402000"/>
            </a:xfrm>
            <a:prstGeom prst="straightConnector1">
              <a:avLst/>
            </a:prstGeom>
            <a:noFill/>
            <a:ln w="19050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4" name="Google Shape;274;p29"/>
            <p:cNvCxnSpPr/>
            <p:nvPr/>
          </p:nvCxnSpPr>
          <p:spPr>
            <a:xfrm>
              <a:off x="4415025" y="400138"/>
              <a:ext cx="0" cy="529200"/>
            </a:xfrm>
            <a:prstGeom prst="straightConnector1">
              <a:avLst/>
            </a:prstGeom>
            <a:noFill/>
            <a:ln w="19050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5" name="Google Shape;275;p29"/>
            <p:cNvCxnSpPr/>
            <p:nvPr/>
          </p:nvCxnSpPr>
          <p:spPr>
            <a:xfrm>
              <a:off x="4572013" y="310138"/>
              <a:ext cx="0" cy="709200"/>
            </a:xfrm>
            <a:prstGeom prst="straightConnector1">
              <a:avLst/>
            </a:prstGeom>
            <a:noFill/>
            <a:ln w="19050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6" name="Google Shape;276;p29"/>
            <p:cNvCxnSpPr/>
            <p:nvPr/>
          </p:nvCxnSpPr>
          <p:spPr>
            <a:xfrm>
              <a:off x="5042975" y="548338"/>
              <a:ext cx="0" cy="232800"/>
            </a:xfrm>
            <a:prstGeom prst="straightConnector1">
              <a:avLst/>
            </a:prstGeom>
            <a:noFill/>
            <a:ln w="19050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7" name="Google Shape;277;p29"/>
            <p:cNvCxnSpPr/>
            <p:nvPr/>
          </p:nvCxnSpPr>
          <p:spPr>
            <a:xfrm>
              <a:off x="4885988" y="463738"/>
              <a:ext cx="0" cy="402000"/>
            </a:xfrm>
            <a:prstGeom prst="straightConnector1">
              <a:avLst/>
            </a:prstGeom>
            <a:noFill/>
            <a:ln w="19050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8" name="Google Shape;278;p29"/>
            <p:cNvCxnSpPr/>
            <p:nvPr/>
          </p:nvCxnSpPr>
          <p:spPr>
            <a:xfrm>
              <a:off x="4729000" y="400138"/>
              <a:ext cx="0" cy="529200"/>
            </a:xfrm>
            <a:prstGeom prst="straightConnector1">
              <a:avLst/>
            </a:prstGeom>
            <a:noFill/>
            <a:ln w="19050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9" name="Google Shape;279;p29"/>
            <p:cNvCxnSpPr/>
            <p:nvPr/>
          </p:nvCxnSpPr>
          <p:spPr>
            <a:xfrm>
              <a:off x="4179544" y="489088"/>
              <a:ext cx="0" cy="351300"/>
            </a:xfrm>
            <a:prstGeom prst="straightConnector1">
              <a:avLst/>
            </a:prstGeom>
            <a:noFill/>
            <a:ln w="19050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0" name="Google Shape;280;p29"/>
            <p:cNvCxnSpPr/>
            <p:nvPr/>
          </p:nvCxnSpPr>
          <p:spPr>
            <a:xfrm>
              <a:off x="4336531" y="458338"/>
              <a:ext cx="0" cy="412800"/>
            </a:xfrm>
            <a:prstGeom prst="straightConnector1">
              <a:avLst/>
            </a:prstGeom>
            <a:noFill/>
            <a:ln w="19050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1" name="Google Shape;281;p29"/>
            <p:cNvCxnSpPr/>
            <p:nvPr/>
          </p:nvCxnSpPr>
          <p:spPr>
            <a:xfrm>
              <a:off x="4493519" y="368038"/>
              <a:ext cx="0" cy="593400"/>
            </a:xfrm>
            <a:prstGeom prst="straightConnector1">
              <a:avLst/>
            </a:prstGeom>
            <a:noFill/>
            <a:ln w="19050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2" name="Google Shape;282;p29"/>
            <p:cNvCxnSpPr/>
            <p:nvPr/>
          </p:nvCxnSpPr>
          <p:spPr>
            <a:xfrm>
              <a:off x="4650506" y="368038"/>
              <a:ext cx="0" cy="593400"/>
            </a:xfrm>
            <a:prstGeom prst="straightConnector1">
              <a:avLst/>
            </a:prstGeom>
            <a:noFill/>
            <a:ln w="19050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3" name="Google Shape;283;p29"/>
            <p:cNvCxnSpPr/>
            <p:nvPr/>
          </p:nvCxnSpPr>
          <p:spPr>
            <a:xfrm>
              <a:off x="4807494" y="400138"/>
              <a:ext cx="0" cy="529200"/>
            </a:xfrm>
            <a:prstGeom prst="straightConnector1">
              <a:avLst/>
            </a:prstGeom>
            <a:noFill/>
            <a:ln w="19050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4" name="Google Shape;284;p29"/>
            <p:cNvCxnSpPr/>
            <p:nvPr/>
          </p:nvCxnSpPr>
          <p:spPr>
            <a:xfrm>
              <a:off x="4964481" y="489088"/>
              <a:ext cx="0" cy="351300"/>
            </a:xfrm>
            <a:prstGeom prst="straightConnector1">
              <a:avLst/>
            </a:prstGeom>
            <a:noFill/>
            <a:ln w="19050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285" name="Google Shape;285;p29"/>
          <p:cNvPicPr preferRelativeResize="0"/>
          <p:nvPr/>
        </p:nvPicPr>
        <p:blipFill rotWithShape="1">
          <a:blip r:embed="rId3">
            <a:alphaModFix/>
          </a:blip>
          <a:srcRect l="14302" t="13395" r="14294" b="13403"/>
          <a:stretch/>
        </p:blipFill>
        <p:spPr>
          <a:xfrm>
            <a:off x="9994167" y="902278"/>
            <a:ext cx="343101" cy="3517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77854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4"/>
          <p:cNvSpPr txBox="1">
            <a:spLocks noGrp="1"/>
          </p:cNvSpPr>
          <p:nvPr>
            <p:ph type="title"/>
          </p:nvPr>
        </p:nvSpPr>
        <p:spPr>
          <a:xfrm>
            <a:off x="960000" y="880889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>
                <a:solidFill>
                  <a:schemeClr val="tx1"/>
                </a:solidFill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INTRODUCTION</a:t>
            </a:r>
            <a:endParaRPr sz="4000" b="1">
              <a:solidFill>
                <a:schemeClr val="tx1"/>
              </a:solidFill>
              <a:latin typeface="Artifakt Element Black" panose="020B0A03050000020004" pitchFamily="34" charset="0"/>
              <a:ea typeface="Artifakt Element Black" panose="020B0A03050000020004" pitchFamily="34" charset="0"/>
            </a:endParaRPr>
          </a:p>
        </p:txBody>
      </p:sp>
      <p:sp>
        <p:nvSpPr>
          <p:cNvPr id="341" name="Google Shape;341;p34"/>
          <p:cNvSpPr txBox="1">
            <a:spLocks noGrp="1"/>
          </p:cNvSpPr>
          <p:nvPr>
            <p:ph type="subTitle" idx="2"/>
          </p:nvPr>
        </p:nvSpPr>
        <p:spPr>
          <a:xfrm>
            <a:off x="1066016" y="3330912"/>
            <a:ext cx="5673653" cy="196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lnSpc>
                <a:spcPct val="150000"/>
              </a:lnSpc>
            </a:pPr>
            <a:r>
              <a:rPr lang="en-US">
                <a:solidFill>
                  <a:schemeClr val="tx1"/>
                </a:solidFill>
              </a:rPr>
              <a:t>A persistent communication gap exists between experienced tradespeople and newer workers, where critical hands-on knowledge is informally shared, poorly documented, and increasingly difficult to pass on during workforce transitions.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42" name="Google Shape;342;p34"/>
          <p:cNvSpPr txBox="1">
            <a:spLocks noGrp="1"/>
          </p:cNvSpPr>
          <p:nvPr>
            <p:ph type="subTitle" idx="3"/>
          </p:nvPr>
        </p:nvSpPr>
        <p:spPr>
          <a:xfrm>
            <a:off x="2143383" y="2669100"/>
            <a:ext cx="3297862" cy="518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bg2"/>
                </a:solidFill>
              </a:rPr>
              <a:t>PROBLEM STATEMENT</a:t>
            </a:r>
            <a:endParaRPr sz="2000" b="1">
              <a:solidFill>
                <a:schemeClr val="bg2"/>
              </a:solidFill>
            </a:endParaRPr>
          </a:p>
        </p:txBody>
      </p:sp>
      <p:cxnSp>
        <p:nvCxnSpPr>
          <p:cNvPr id="343" name="Google Shape;343;p34"/>
          <p:cNvCxnSpPr/>
          <p:nvPr/>
        </p:nvCxnSpPr>
        <p:spPr>
          <a:xfrm>
            <a:off x="2010002" y="2607072"/>
            <a:ext cx="0" cy="609600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70" name="Google Shape;370;p34"/>
          <p:cNvGrpSpPr/>
          <p:nvPr/>
        </p:nvGrpSpPr>
        <p:grpSpPr>
          <a:xfrm>
            <a:off x="1191271" y="2623392"/>
            <a:ext cx="561600" cy="560640"/>
            <a:chOff x="5700600" y="3122280"/>
            <a:chExt cx="421200" cy="420480"/>
          </a:xfrm>
        </p:grpSpPr>
        <p:sp>
          <p:nvSpPr>
            <p:cNvPr id="371" name="Google Shape;371;p34"/>
            <p:cNvSpPr/>
            <p:nvPr/>
          </p:nvSpPr>
          <p:spPr>
            <a:xfrm>
              <a:off x="5851440" y="3502440"/>
              <a:ext cx="14400" cy="39960"/>
            </a:xfrm>
            <a:custGeom>
              <a:avLst/>
              <a:gdLst/>
              <a:ahLst/>
              <a:cxnLst/>
              <a:rect l="l" t="t" r="r" b="b"/>
              <a:pathLst>
                <a:path w="40" h="111" extrusionOk="0">
                  <a:moveTo>
                    <a:pt x="34" y="16"/>
                  </a:moveTo>
                  <a:cubicBezTo>
                    <a:pt x="34" y="7"/>
                    <a:pt x="25" y="-2"/>
                    <a:pt x="16" y="0"/>
                  </a:cubicBezTo>
                  <a:cubicBezTo>
                    <a:pt x="8" y="0"/>
                    <a:pt x="0" y="9"/>
                    <a:pt x="0" y="17"/>
                  </a:cubicBezTo>
                  <a:cubicBezTo>
                    <a:pt x="2" y="44"/>
                    <a:pt x="3" y="70"/>
                    <a:pt x="5" y="95"/>
                  </a:cubicBezTo>
                  <a:cubicBezTo>
                    <a:pt x="5" y="103"/>
                    <a:pt x="14" y="111"/>
                    <a:pt x="22" y="111"/>
                  </a:cubicBezTo>
                  <a:lnTo>
                    <a:pt x="24" y="111"/>
                  </a:lnTo>
                  <a:cubicBezTo>
                    <a:pt x="33" y="111"/>
                    <a:pt x="40" y="102"/>
                    <a:pt x="40" y="93"/>
                  </a:cubicBezTo>
                  <a:cubicBezTo>
                    <a:pt x="35" y="68"/>
                    <a:pt x="34" y="42"/>
                    <a:pt x="34" y="1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0" rIns="120000" bIns="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34"/>
            <p:cNvSpPr/>
            <p:nvPr/>
          </p:nvSpPr>
          <p:spPr>
            <a:xfrm>
              <a:off x="5826240" y="3247560"/>
              <a:ext cx="169560" cy="169200"/>
            </a:xfrm>
            <a:custGeom>
              <a:avLst/>
              <a:gdLst/>
              <a:ahLst/>
              <a:cxnLst/>
              <a:rect l="l" t="t" r="r" b="b"/>
              <a:pathLst>
                <a:path w="471" h="470" extrusionOk="0">
                  <a:moveTo>
                    <a:pt x="95" y="36"/>
                  </a:moveTo>
                  <a:cubicBezTo>
                    <a:pt x="104" y="36"/>
                    <a:pt x="111" y="28"/>
                    <a:pt x="111" y="19"/>
                  </a:cubicBezTo>
                  <a:cubicBezTo>
                    <a:pt x="111" y="10"/>
                    <a:pt x="103" y="3"/>
                    <a:pt x="94" y="3"/>
                  </a:cubicBezTo>
                  <a:cubicBezTo>
                    <a:pt x="70" y="4"/>
                    <a:pt x="47" y="6"/>
                    <a:pt x="24" y="7"/>
                  </a:cubicBezTo>
                  <a:cubicBezTo>
                    <a:pt x="15" y="7"/>
                    <a:pt x="9" y="14"/>
                    <a:pt x="8" y="23"/>
                  </a:cubicBezTo>
                  <a:cubicBezTo>
                    <a:pt x="1" y="122"/>
                    <a:pt x="-7" y="277"/>
                    <a:pt x="8" y="446"/>
                  </a:cubicBezTo>
                  <a:cubicBezTo>
                    <a:pt x="8" y="454"/>
                    <a:pt x="15" y="460"/>
                    <a:pt x="24" y="462"/>
                  </a:cubicBezTo>
                  <a:cubicBezTo>
                    <a:pt x="97" y="467"/>
                    <a:pt x="167" y="470"/>
                    <a:pt x="231" y="470"/>
                  </a:cubicBezTo>
                  <a:cubicBezTo>
                    <a:pt x="315" y="470"/>
                    <a:pt x="391" y="466"/>
                    <a:pt x="446" y="462"/>
                  </a:cubicBezTo>
                  <a:cubicBezTo>
                    <a:pt x="455" y="462"/>
                    <a:pt x="461" y="454"/>
                    <a:pt x="462" y="446"/>
                  </a:cubicBezTo>
                  <a:cubicBezTo>
                    <a:pt x="470" y="347"/>
                    <a:pt x="477" y="192"/>
                    <a:pt x="462" y="23"/>
                  </a:cubicBezTo>
                  <a:cubicBezTo>
                    <a:pt x="462" y="14"/>
                    <a:pt x="455" y="9"/>
                    <a:pt x="446" y="7"/>
                  </a:cubicBezTo>
                  <a:cubicBezTo>
                    <a:pt x="363" y="0"/>
                    <a:pt x="274" y="-2"/>
                    <a:pt x="186" y="0"/>
                  </a:cubicBezTo>
                  <a:cubicBezTo>
                    <a:pt x="177" y="0"/>
                    <a:pt x="168" y="7"/>
                    <a:pt x="168" y="17"/>
                  </a:cubicBezTo>
                  <a:cubicBezTo>
                    <a:pt x="168" y="26"/>
                    <a:pt x="175" y="35"/>
                    <a:pt x="186" y="35"/>
                  </a:cubicBezTo>
                  <a:cubicBezTo>
                    <a:pt x="269" y="33"/>
                    <a:pt x="350" y="35"/>
                    <a:pt x="429" y="41"/>
                  </a:cubicBezTo>
                  <a:cubicBezTo>
                    <a:pt x="441" y="195"/>
                    <a:pt x="436" y="333"/>
                    <a:pt x="429" y="430"/>
                  </a:cubicBezTo>
                  <a:cubicBezTo>
                    <a:pt x="334" y="437"/>
                    <a:pt x="194" y="441"/>
                    <a:pt x="40" y="430"/>
                  </a:cubicBezTo>
                  <a:cubicBezTo>
                    <a:pt x="28" y="275"/>
                    <a:pt x="33" y="137"/>
                    <a:pt x="40" y="41"/>
                  </a:cubicBezTo>
                  <a:cubicBezTo>
                    <a:pt x="59" y="38"/>
                    <a:pt x="78" y="38"/>
                    <a:pt x="95" y="3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60000" rIns="120000" bIns="6000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34"/>
            <p:cNvSpPr/>
            <p:nvPr/>
          </p:nvSpPr>
          <p:spPr>
            <a:xfrm>
              <a:off x="5700600" y="3258360"/>
              <a:ext cx="69120" cy="13680"/>
            </a:xfrm>
            <a:custGeom>
              <a:avLst/>
              <a:gdLst/>
              <a:ahLst/>
              <a:cxnLst/>
              <a:rect l="l" t="t" r="r" b="b"/>
              <a:pathLst>
                <a:path w="192" h="38" extrusionOk="0">
                  <a:moveTo>
                    <a:pt x="17" y="38"/>
                  </a:moveTo>
                  <a:lnTo>
                    <a:pt x="17" y="38"/>
                  </a:lnTo>
                  <a:cubicBezTo>
                    <a:pt x="19" y="38"/>
                    <a:pt x="89" y="34"/>
                    <a:pt x="175" y="35"/>
                  </a:cubicBezTo>
                  <a:lnTo>
                    <a:pt x="175" y="35"/>
                  </a:lnTo>
                  <a:cubicBezTo>
                    <a:pt x="183" y="35"/>
                    <a:pt x="192" y="28"/>
                    <a:pt x="192" y="18"/>
                  </a:cubicBezTo>
                  <a:cubicBezTo>
                    <a:pt x="192" y="9"/>
                    <a:pt x="185" y="0"/>
                    <a:pt x="175" y="0"/>
                  </a:cubicBezTo>
                  <a:cubicBezTo>
                    <a:pt x="87" y="0"/>
                    <a:pt x="16" y="3"/>
                    <a:pt x="16" y="3"/>
                  </a:cubicBezTo>
                  <a:cubicBezTo>
                    <a:pt x="7" y="3"/>
                    <a:pt x="0" y="12"/>
                    <a:pt x="0" y="21"/>
                  </a:cubicBezTo>
                  <a:cubicBezTo>
                    <a:pt x="0" y="31"/>
                    <a:pt x="7" y="38"/>
                    <a:pt x="17" y="3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0" rIns="120000" bIns="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34"/>
            <p:cNvSpPr/>
            <p:nvPr/>
          </p:nvSpPr>
          <p:spPr>
            <a:xfrm>
              <a:off x="5700960" y="3122280"/>
              <a:ext cx="420840" cy="420480"/>
            </a:xfrm>
            <a:custGeom>
              <a:avLst/>
              <a:gdLst/>
              <a:ahLst/>
              <a:cxnLst/>
              <a:rect l="l" t="t" r="r" b="b"/>
              <a:pathLst>
                <a:path w="1169" h="1168" extrusionOk="0">
                  <a:moveTo>
                    <a:pt x="1151" y="751"/>
                  </a:moveTo>
                  <a:cubicBezTo>
                    <a:pt x="1150" y="751"/>
                    <a:pt x="1043" y="746"/>
                    <a:pt x="927" y="748"/>
                  </a:cubicBezTo>
                  <a:cubicBezTo>
                    <a:pt x="930" y="708"/>
                    <a:pt x="931" y="663"/>
                    <a:pt x="931" y="610"/>
                  </a:cubicBezTo>
                  <a:cubicBezTo>
                    <a:pt x="931" y="601"/>
                    <a:pt x="924" y="593"/>
                    <a:pt x="914" y="593"/>
                  </a:cubicBezTo>
                  <a:lnTo>
                    <a:pt x="914" y="593"/>
                  </a:lnTo>
                  <a:cubicBezTo>
                    <a:pt x="905" y="593"/>
                    <a:pt x="896" y="600"/>
                    <a:pt x="896" y="610"/>
                  </a:cubicBezTo>
                  <a:cubicBezTo>
                    <a:pt x="896" y="663"/>
                    <a:pt x="893" y="709"/>
                    <a:pt x="892" y="750"/>
                  </a:cubicBezTo>
                  <a:cubicBezTo>
                    <a:pt x="885" y="750"/>
                    <a:pt x="876" y="750"/>
                    <a:pt x="869" y="751"/>
                  </a:cubicBezTo>
                  <a:cubicBezTo>
                    <a:pt x="860" y="751"/>
                    <a:pt x="853" y="760"/>
                    <a:pt x="853" y="769"/>
                  </a:cubicBezTo>
                  <a:cubicBezTo>
                    <a:pt x="853" y="778"/>
                    <a:pt x="861" y="785"/>
                    <a:pt x="870" y="785"/>
                  </a:cubicBezTo>
                  <a:lnTo>
                    <a:pt x="872" y="785"/>
                  </a:lnTo>
                  <a:cubicBezTo>
                    <a:pt x="877" y="785"/>
                    <a:pt x="885" y="785"/>
                    <a:pt x="891" y="783"/>
                  </a:cubicBezTo>
                  <a:cubicBezTo>
                    <a:pt x="888" y="829"/>
                    <a:pt x="883" y="862"/>
                    <a:pt x="882" y="880"/>
                  </a:cubicBezTo>
                  <a:cubicBezTo>
                    <a:pt x="822" y="887"/>
                    <a:pt x="566" y="913"/>
                    <a:pt x="283" y="880"/>
                  </a:cubicBezTo>
                  <a:cubicBezTo>
                    <a:pt x="279" y="837"/>
                    <a:pt x="274" y="797"/>
                    <a:pt x="271" y="756"/>
                  </a:cubicBezTo>
                  <a:cubicBezTo>
                    <a:pt x="280" y="756"/>
                    <a:pt x="287" y="756"/>
                    <a:pt x="295" y="756"/>
                  </a:cubicBezTo>
                  <a:cubicBezTo>
                    <a:pt x="303" y="756"/>
                    <a:pt x="312" y="748"/>
                    <a:pt x="312" y="738"/>
                  </a:cubicBezTo>
                  <a:cubicBezTo>
                    <a:pt x="312" y="730"/>
                    <a:pt x="305" y="721"/>
                    <a:pt x="295" y="721"/>
                  </a:cubicBezTo>
                  <a:lnTo>
                    <a:pt x="295" y="721"/>
                  </a:lnTo>
                  <a:cubicBezTo>
                    <a:pt x="287" y="721"/>
                    <a:pt x="279" y="721"/>
                    <a:pt x="270" y="721"/>
                  </a:cubicBezTo>
                  <a:lnTo>
                    <a:pt x="270" y="721"/>
                  </a:lnTo>
                  <a:cubicBezTo>
                    <a:pt x="265" y="636"/>
                    <a:pt x="265" y="558"/>
                    <a:pt x="268" y="491"/>
                  </a:cubicBezTo>
                  <a:cubicBezTo>
                    <a:pt x="277" y="491"/>
                    <a:pt x="284" y="492"/>
                    <a:pt x="293" y="492"/>
                  </a:cubicBezTo>
                  <a:lnTo>
                    <a:pt x="295" y="492"/>
                  </a:lnTo>
                  <a:cubicBezTo>
                    <a:pt x="303" y="492"/>
                    <a:pt x="311" y="485"/>
                    <a:pt x="312" y="476"/>
                  </a:cubicBezTo>
                  <a:cubicBezTo>
                    <a:pt x="312" y="467"/>
                    <a:pt x="305" y="459"/>
                    <a:pt x="296" y="459"/>
                  </a:cubicBezTo>
                  <a:cubicBezTo>
                    <a:pt x="287" y="459"/>
                    <a:pt x="279" y="457"/>
                    <a:pt x="271" y="457"/>
                  </a:cubicBezTo>
                  <a:cubicBezTo>
                    <a:pt x="276" y="371"/>
                    <a:pt x="282" y="308"/>
                    <a:pt x="284" y="282"/>
                  </a:cubicBezTo>
                  <a:cubicBezTo>
                    <a:pt x="344" y="275"/>
                    <a:pt x="601" y="249"/>
                    <a:pt x="883" y="282"/>
                  </a:cubicBezTo>
                  <a:cubicBezTo>
                    <a:pt x="888" y="323"/>
                    <a:pt x="892" y="364"/>
                    <a:pt x="895" y="406"/>
                  </a:cubicBezTo>
                  <a:cubicBezTo>
                    <a:pt x="886" y="406"/>
                    <a:pt x="879" y="406"/>
                    <a:pt x="872" y="406"/>
                  </a:cubicBezTo>
                  <a:cubicBezTo>
                    <a:pt x="863" y="406"/>
                    <a:pt x="854" y="413"/>
                    <a:pt x="854" y="424"/>
                  </a:cubicBezTo>
                  <a:cubicBezTo>
                    <a:pt x="854" y="432"/>
                    <a:pt x="861" y="441"/>
                    <a:pt x="872" y="441"/>
                  </a:cubicBezTo>
                  <a:lnTo>
                    <a:pt x="872" y="441"/>
                  </a:lnTo>
                  <a:cubicBezTo>
                    <a:pt x="879" y="441"/>
                    <a:pt x="888" y="441"/>
                    <a:pt x="896" y="441"/>
                  </a:cubicBezTo>
                  <a:lnTo>
                    <a:pt x="896" y="441"/>
                  </a:lnTo>
                  <a:cubicBezTo>
                    <a:pt x="898" y="470"/>
                    <a:pt x="899" y="498"/>
                    <a:pt x="899" y="527"/>
                  </a:cubicBezTo>
                  <a:cubicBezTo>
                    <a:pt x="899" y="536"/>
                    <a:pt x="907" y="545"/>
                    <a:pt x="917" y="545"/>
                  </a:cubicBezTo>
                  <a:cubicBezTo>
                    <a:pt x="925" y="545"/>
                    <a:pt x="934" y="537"/>
                    <a:pt x="934" y="527"/>
                  </a:cubicBezTo>
                  <a:cubicBezTo>
                    <a:pt x="934" y="498"/>
                    <a:pt x="933" y="470"/>
                    <a:pt x="931" y="443"/>
                  </a:cubicBezTo>
                  <a:cubicBezTo>
                    <a:pt x="972" y="443"/>
                    <a:pt x="1017" y="437"/>
                    <a:pt x="1049" y="405"/>
                  </a:cubicBezTo>
                  <a:cubicBezTo>
                    <a:pt x="1073" y="381"/>
                    <a:pt x="1086" y="349"/>
                    <a:pt x="1087" y="306"/>
                  </a:cubicBezTo>
                  <a:cubicBezTo>
                    <a:pt x="1094" y="303"/>
                    <a:pt x="1102" y="298"/>
                    <a:pt x="1106" y="294"/>
                  </a:cubicBezTo>
                  <a:cubicBezTo>
                    <a:pt x="1116" y="284"/>
                    <a:pt x="1121" y="271"/>
                    <a:pt x="1121" y="257"/>
                  </a:cubicBezTo>
                  <a:cubicBezTo>
                    <a:pt x="1121" y="244"/>
                    <a:pt x="1116" y="231"/>
                    <a:pt x="1105" y="221"/>
                  </a:cubicBezTo>
                  <a:cubicBezTo>
                    <a:pt x="1095" y="211"/>
                    <a:pt x="1083" y="207"/>
                    <a:pt x="1068" y="207"/>
                  </a:cubicBezTo>
                  <a:lnTo>
                    <a:pt x="1068" y="207"/>
                  </a:lnTo>
                  <a:cubicBezTo>
                    <a:pt x="1041" y="207"/>
                    <a:pt x="1017" y="230"/>
                    <a:pt x="1017" y="259"/>
                  </a:cubicBezTo>
                  <a:cubicBezTo>
                    <a:pt x="1017" y="272"/>
                    <a:pt x="1023" y="285"/>
                    <a:pt x="1033" y="295"/>
                  </a:cubicBezTo>
                  <a:cubicBezTo>
                    <a:pt x="1039" y="301"/>
                    <a:pt x="1045" y="304"/>
                    <a:pt x="1052" y="307"/>
                  </a:cubicBezTo>
                  <a:cubicBezTo>
                    <a:pt x="1051" y="341"/>
                    <a:pt x="1042" y="365"/>
                    <a:pt x="1025" y="381"/>
                  </a:cubicBezTo>
                  <a:cubicBezTo>
                    <a:pt x="1001" y="405"/>
                    <a:pt x="965" y="409"/>
                    <a:pt x="928" y="409"/>
                  </a:cubicBezTo>
                  <a:cubicBezTo>
                    <a:pt x="925" y="361"/>
                    <a:pt x="921" y="313"/>
                    <a:pt x="915" y="266"/>
                  </a:cubicBezTo>
                  <a:cubicBezTo>
                    <a:pt x="914" y="259"/>
                    <a:pt x="908" y="252"/>
                    <a:pt x="901" y="252"/>
                  </a:cubicBezTo>
                  <a:cubicBezTo>
                    <a:pt x="851" y="246"/>
                    <a:pt x="802" y="241"/>
                    <a:pt x="754" y="239"/>
                  </a:cubicBezTo>
                  <a:cubicBezTo>
                    <a:pt x="751" y="142"/>
                    <a:pt x="748" y="65"/>
                    <a:pt x="743" y="16"/>
                  </a:cubicBezTo>
                  <a:cubicBezTo>
                    <a:pt x="743" y="7"/>
                    <a:pt x="735" y="0"/>
                    <a:pt x="726" y="0"/>
                  </a:cubicBezTo>
                  <a:cubicBezTo>
                    <a:pt x="717" y="0"/>
                    <a:pt x="710" y="8"/>
                    <a:pt x="710" y="17"/>
                  </a:cubicBezTo>
                  <a:cubicBezTo>
                    <a:pt x="713" y="65"/>
                    <a:pt x="717" y="142"/>
                    <a:pt x="720" y="237"/>
                  </a:cubicBezTo>
                  <a:cubicBezTo>
                    <a:pt x="617" y="233"/>
                    <a:pt x="523" y="234"/>
                    <a:pt x="448" y="237"/>
                  </a:cubicBezTo>
                  <a:cubicBezTo>
                    <a:pt x="451" y="142"/>
                    <a:pt x="453" y="65"/>
                    <a:pt x="458" y="17"/>
                  </a:cubicBezTo>
                  <a:cubicBezTo>
                    <a:pt x="458" y="8"/>
                    <a:pt x="451" y="0"/>
                    <a:pt x="442" y="0"/>
                  </a:cubicBezTo>
                  <a:cubicBezTo>
                    <a:pt x="433" y="0"/>
                    <a:pt x="424" y="7"/>
                    <a:pt x="424" y="16"/>
                  </a:cubicBezTo>
                  <a:cubicBezTo>
                    <a:pt x="421" y="65"/>
                    <a:pt x="417" y="144"/>
                    <a:pt x="414" y="240"/>
                  </a:cubicBezTo>
                  <a:cubicBezTo>
                    <a:pt x="325" y="246"/>
                    <a:pt x="270" y="253"/>
                    <a:pt x="268" y="253"/>
                  </a:cubicBezTo>
                  <a:cubicBezTo>
                    <a:pt x="261" y="255"/>
                    <a:pt x="255" y="260"/>
                    <a:pt x="254" y="268"/>
                  </a:cubicBezTo>
                  <a:cubicBezTo>
                    <a:pt x="254" y="269"/>
                    <a:pt x="244" y="343"/>
                    <a:pt x="238" y="460"/>
                  </a:cubicBezTo>
                  <a:cubicBezTo>
                    <a:pt x="123" y="457"/>
                    <a:pt x="18" y="463"/>
                    <a:pt x="16" y="463"/>
                  </a:cubicBezTo>
                  <a:cubicBezTo>
                    <a:pt x="8" y="463"/>
                    <a:pt x="0" y="472"/>
                    <a:pt x="0" y="480"/>
                  </a:cubicBezTo>
                  <a:cubicBezTo>
                    <a:pt x="0" y="489"/>
                    <a:pt x="9" y="496"/>
                    <a:pt x="18" y="496"/>
                  </a:cubicBezTo>
                  <a:cubicBezTo>
                    <a:pt x="19" y="496"/>
                    <a:pt x="123" y="491"/>
                    <a:pt x="236" y="494"/>
                  </a:cubicBezTo>
                  <a:cubicBezTo>
                    <a:pt x="233" y="561"/>
                    <a:pt x="233" y="639"/>
                    <a:pt x="238" y="725"/>
                  </a:cubicBezTo>
                  <a:cubicBezTo>
                    <a:pt x="197" y="725"/>
                    <a:pt x="153" y="732"/>
                    <a:pt x="120" y="763"/>
                  </a:cubicBezTo>
                  <a:cubicBezTo>
                    <a:pt x="97" y="787"/>
                    <a:pt x="83" y="818"/>
                    <a:pt x="82" y="862"/>
                  </a:cubicBezTo>
                  <a:cubicBezTo>
                    <a:pt x="75" y="865"/>
                    <a:pt x="68" y="870"/>
                    <a:pt x="63" y="874"/>
                  </a:cubicBezTo>
                  <a:cubicBezTo>
                    <a:pt x="54" y="885"/>
                    <a:pt x="48" y="897"/>
                    <a:pt x="48" y="910"/>
                  </a:cubicBezTo>
                  <a:cubicBezTo>
                    <a:pt x="48" y="923"/>
                    <a:pt x="54" y="937"/>
                    <a:pt x="64" y="947"/>
                  </a:cubicBezTo>
                  <a:cubicBezTo>
                    <a:pt x="75" y="958"/>
                    <a:pt x="86" y="961"/>
                    <a:pt x="101" y="961"/>
                  </a:cubicBezTo>
                  <a:lnTo>
                    <a:pt x="101" y="961"/>
                  </a:lnTo>
                  <a:cubicBezTo>
                    <a:pt x="129" y="961"/>
                    <a:pt x="152" y="938"/>
                    <a:pt x="152" y="909"/>
                  </a:cubicBezTo>
                  <a:cubicBezTo>
                    <a:pt x="152" y="896"/>
                    <a:pt x="147" y="883"/>
                    <a:pt x="136" y="872"/>
                  </a:cubicBezTo>
                  <a:cubicBezTo>
                    <a:pt x="131" y="866"/>
                    <a:pt x="124" y="864"/>
                    <a:pt x="117" y="861"/>
                  </a:cubicBezTo>
                  <a:cubicBezTo>
                    <a:pt x="118" y="827"/>
                    <a:pt x="127" y="802"/>
                    <a:pt x="145" y="786"/>
                  </a:cubicBezTo>
                  <a:cubicBezTo>
                    <a:pt x="168" y="763"/>
                    <a:pt x="204" y="759"/>
                    <a:pt x="241" y="759"/>
                  </a:cubicBezTo>
                  <a:cubicBezTo>
                    <a:pt x="244" y="805"/>
                    <a:pt x="248" y="852"/>
                    <a:pt x="254" y="901"/>
                  </a:cubicBezTo>
                  <a:cubicBezTo>
                    <a:pt x="255" y="909"/>
                    <a:pt x="261" y="916"/>
                    <a:pt x="268" y="916"/>
                  </a:cubicBezTo>
                  <a:cubicBezTo>
                    <a:pt x="318" y="922"/>
                    <a:pt x="366" y="926"/>
                    <a:pt x="413" y="929"/>
                  </a:cubicBezTo>
                  <a:cubicBezTo>
                    <a:pt x="413" y="952"/>
                    <a:pt x="414" y="976"/>
                    <a:pt x="414" y="999"/>
                  </a:cubicBezTo>
                  <a:cubicBezTo>
                    <a:pt x="414" y="1008"/>
                    <a:pt x="421" y="1015"/>
                    <a:pt x="432" y="1015"/>
                  </a:cubicBezTo>
                  <a:lnTo>
                    <a:pt x="432" y="1015"/>
                  </a:lnTo>
                  <a:cubicBezTo>
                    <a:pt x="440" y="1015"/>
                    <a:pt x="449" y="1006"/>
                    <a:pt x="448" y="998"/>
                  </a:cubicBezTo>
                  <a:cubicBezTo>
                    <a:pt x="446" y="976"/>
                    <a:pt x="446" y="952"/>
                    <a:pt x="446" y="931"/>
                  </a:cubicBezTo>
                  <a:cubicBezTo>
                    <a:pt x="493" y="933"/>
                    <a:pt x="536" y="933"/>
                    <a:pt x="579" y="933"/>
                  </a:cubicBezTo>
                  <a:cubicBezTo>
                    <a:pt x="630" y="933"/>
                    <a:pt x="678" y="932"/>
                    <a:pt x="719" y="931"/>
                  </a:cubicBezTo>
                  <a:cubicBezTo>
                    <a:pt x="716" y="1025"/>
                    <a:pt x="713" y="1101"/>
                    <a:pt x="708" y="1151"/>
                  </a:cubicBezTo>
                  <a:cubicBezTo>
                    <a:pt x="708" y="1159"/>
                    <a:pt x="716" y="1168"/>
                    <a:pt x="724" y="1168"/>
                  </a:cubicBezTo>
                  <a:lnTo>
                    <a:pt x="726" y="1168"/>
                  </a:lnTo>
                  <a:cubicBezTo>
                    <a:pt x="735" y="1168"/>
                    <a:pt x="742" y="1161"/>
                    <a:pt x="743" y="1152"/>
                  </a:cubicBezTo>
                  <a:cubicBezTo>
                    <a:pt x="746" y="1102"/>
                    <a:pt x="751" y="1024"/>
                    <a:pt x="754" y="928"/>
                  </a:cubicBezTo>
                  <a:cubicBezTo>
                    <a:pt x="844" y="922"/>
                    <a:pt x="899" y="915"/>
                    <a:pt x="901" y="915"/>
                  </a:cubicBezTo>
                  <a:cubicBezTo>
                    <a:pt x="908" y="913"/>
                    <a:pt x="914" y="907"/>
                    <a:pt x="915" y="900"/>
                  </a:cubicBezTo>
                  <a:cubicBezTo>
                    <a:pt x="915" y="900"/>
                    <a:pt x="921" y="856"/>
                    <a:pt x="927" y="785"/>
                  </a:cubicBezTo>
                  <a:cubicBezTo>
                    <a:pt x="1042" y="782"/>
                    <a:pt x="1150" y="788"/>
                    <a:pt x="1151" y="788"/>
                  </a:cubicBezTo>
                  <a:cubicBezTo>
                    <a:pt x="1160" y="788"/>
                    <a:pt x="1169" y="781"/>
                    <a:pt x="1169" y="772"/>
                  </a:cubicBezTo>
                  <a:cubicBezTo>
                    <a:pt x="1169" y="760"/>
                    <a:pt x="1161" y="751"/>
                    <a:pt x="1151" y="751"/>
                  </a:cubicBezTo>
                  <a:moveTo>
                    <a:pt x="1068" y="240"/>
                  </a:moveTo>
                  <a:lnTo>
                    <a:pt x="1068" y="240"/>
                  </a:lnTo>
                  <a:cubicBezTo>
                    <a:pt x="1073" y="240"/>
                    <a:pt x="1077" y="241"/>
                    <a:pt x="1080" y="244"/>
                  </a:cubicBezTo>
                  <a:cubicBezTo>
                    <a:pt x="1083" y="247"/>
                    <a:pt x="1084" y="252"/>
                    <a:pt x="1086" y="256"/>
                  </a:cubicBezTo>
                  <a:cubicBezTo>
                    <a:pt x="1086" y="260"/>
                    <a:pt x="1084" y="265"/>
                    <a:pt x="1081" y="268"/>
                  </a:cubicBezTo>
                  <a:cubicBezTo>
                    <a:pt x="1078" y="271"/>
                    <a:pt x="1074" y="272"/>
                    <a:pt x="1070" y="274"/>
                  </a:cubicBezTo>
                  <a:lnTo>
                    <a:pt x="1070" y="274"/>
                  </a:lnTo>
                  <a:cubicBezTo>
                    <a:pt x="1065" y="274"/>
                    <a:pt x="1061" y="272"/>
                    <a:pt x="1058" y="269"/>
                  </a:cubicBezTo>
                  <a:cubicBezTo>
                    <a:pt x="1055" y="266"/>
                    <a:pt x="1054" y="262"/>
                    <a:pt x="1052" y="257"/>
                  </a:cubicBezTo>
                  <a:cubicBezTo>
                    <a:pt x="1051" y="247"/>
                    <a:pt x="1059" y="240"/>
                    <a:pt x="1068" y="240"/>
                  </a:cubicBezTo>
                  <a:moveTo>
                    <a:pt x="98" y="925"/>
                  </a:moveTo>
                  <a:lnTo>
                    <a:pt x="98" y="925"/>
                  </a:lnTo>
                  <a:cubicBezTo>
                    <a:pt x="94" y="925"/>
                    <a:pt x="89" y="923"/>
                    <a:pt x="86" y="920"/>
                  </a:cubicBezTo>
                  <a:cubicBezTo>
                    <a:pt x="83" y="917"/>
                    <a:pt x="82" y="913"/>
                    <a:pt x="80" y="909"/>
                  </a:cubicBezTo>
                  <a:cubicBezTo>
                    <a:pt x="80" y="904"/>
                    <a:pt x="82" y="900"/>
                    <a:pt x="85" y="897"/>
                  </a:cubicBezTo>
                  <a:cubicBezTo>
                    <a:pt x="88" y="894"/>
                    <a:pt x="92" y="893"/>
                    <a:pt x="96" y="891"/>
                  </a:cubicBezTo>
                  <a:cubicBezTo>
                    <a:pt x="101" y="891"/>
                    <a:pt x="96" y="891"/>
                    <a:pt x="96" y="891"/>
                  </a:cubicBezTo>
                  <a:cubicBezTo>
                    <a:pt x="101" y="891"/>
                    <a:pt x="105" y="893"/>
                    <a:pt x="108" y="896"/>
                  </a:cubicBezTo>
                  <a:cubicBezTo>
                    <a:pt x="111" y="899"/>
                    <a:pt x="113" y="903"/>
                    <a:pt x="114" y="907"/>
                  </a:cubicBezTo>
                  <a:cubicBezTo>
                    <a:pt x="115" y="916"/>
                    <a:pt x="108" y="925"/>
                    <a:pt x="98" y="92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60000" rIns="120000" bIns="6000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34"/>
            <p:cNvSpPr/>
            <p:nvPr/>
          </p:nvSpPr>
          <p:spPr>
            <a:xfrm>
              <a:off x="6051960" y="3363480"/>
              <a:ext cx="69840" cy="13680"/>
            </a:xfrm>
            <a:custGeom>
              <a:avLst/>
              <a:gdLst/>
              <a:ahLst/>
              <a:cxnLst/>
              <a:rect l="l" t="t" r="r" b="b"/>
              <a:pathLst>
                <a:path w="194" h="38" extrusionOk="0">
                  <a:moveTo>
                    <a:pt x="17" y="0"/>
                  </a:moveTo>
                  <a:cubicBezTo>
                    <a:pt x="9" y="0"/>
                    <a:pt x="0" y="7"/>
                    <a:pt x="0" y="17"/>
                  </a:cubicBezTo>
                  <a:cubicBezTo>
                    <a:pt x="0" y="26"/>
                    <a:pt x="7" y="35"/>
                    <a:pt x="17" y="35"/>
                  </a:cubicBezTo>
                  <a:lnTo>
                    <a:pt x="17" y="35"/>
                  </a:lnTo>
                  <a:cubicBezTo>
                    <a:pt x="103" y="35"/>
                    <a:pt x="173" y="38"/>
                    <a:pt x="175" y="38"/>
                  </a:cubicBezTo>
                  <a:lnTo>
                    <a:pt x="176" y="38"/>
                  </a:lnTo>
                  <a:cubicBezTo>
                    <a:pt x="185" y="38"/>
                    <a:pt x="192" y="30"/>
                    <a:pt x="194" y="22"/>
                  </a:cubicBezTo>
                  <a:cubicBezTo>
                    <a:pt x="194" y="13"/>
                    <a:pt x="186" y="4"/>
                    <a:pt x="178" y="4"/>
                  </a:cubicBezTo>
                  <a:cubicBezTo>
                    <a:pt x="176" y="4"/>
                    <a:pt x="106" y="0"/>
                    <a:pt x="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0" rIns="120000" bIns="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34"/>
            <p:cNvSpPr/>
            <p:nvPr/>
          </p:nvSpPr>
          <p:spPr>
            <a:xfrm>
              <a:off x="5903640" y="3291120"/>
              <a:ext cx="47520" cy="47520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20" y="0"/>
                  </a:moveTo>
                  <a:cubicBezTo>
                    <a:pt x="11" y="-2"/>
                    <a:pt x="3" y="6"/>
                    <a:pt x="1" y="16"/>
                  </a:cubicBezTo>
                  <a:cubicBezTo>
                    <a:pt x="-3" y="59"/>
                    <a:pt x="1" y="112"/>
                    <a:pt x="1" y="115"/>
                  </a:cubicBezTo>
                  <a:cubicBezTo>
                    <a:pt x="1" y="124"/>
                    <a:pt x="8" y="129"/>
                    <a:pt x="17" y="131"/>
                  </a:cubicBezTo>
                  <a:cubicBezTo>
                    <a:pt x="19" y="131"/>
                    <a:pt x="40" y="132"/>
                    <a:pt x="70" y="132"/>
                  </a:cubicBezTo>
                  <a:cubicBezTo>
                    <a:pt x="84" y="132"/>
                    <a:pt x="100" y="132"/>
                    <a:pt x="116" y="131"/>
                  </a:cubicBezTo>
                  <a:cubicBezTo>
                    <a:pt x="125" y="129"/>
                    <a:pt x="132" y="122"/>
                    <a:pt x="132" y="112"/>
                  </a:cubicBezTo>
                  <a:cubicBezTo>
                    <a:pt x="131" y="103"/>
                    <a:pt x="124" y="96"/>
                    <a:pt x="113" y="96"/>
                  </a:cubicBezTo>
                  <a:cubicBezTo>
                    <a:pt x="84" y="99"/>
                    <a:pt x="54" y="97"/>
                    <a:pt x="35" y="97"/>
                  </a:cubicBezTo>
                  <a:cubicBezTo>
                    <a:pt x="33" y="78"/>
                    <a:pt x="33" y="46"/>
                    <a:pt x="36" y="19"/>
                  </a:cubicBezTo>
                  <a:cubicBezTo>
                    <a:pt x="38" y="8"/>
                    <a:pt x="30" y="1"/>
                    <a:pt x="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3333" rIns="120000" bIns="3333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34"/>
            <p:cNvSpPr/>
            <p:nvPr/>
          </p:nvSpPr>
          <p:spPr>
            <a:xfrm>
              <a:off x="5904360" y="314100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35" h="35" extrusionOk="0">
                  <a:moveTo>
                    <a:pt x="18" y="0"/>
                  </a:moveTo>
                  <a:cubicBezTo>
                    <a:pt x="21" y="0"/>
                    <a:pt x="24" y="1"/>
                    <a:pt x="26" y="2"/>
                  </a:cubicBezTo>
                  <a:cubicBezTo>
                    <a:pt x="29" y="4"/>
                    <a:pt x="32" y="7"/>
                    <a:pt x="33" y="9"/>
                  </a:cubicBezTo>
                  <a:cubicBezTo>
                    <a:pt x="35" y="12"/>
                    <a:pt x="35" y="15"/>
                    <a:pt x="35" y="18"/>
                  </a:cubicBezTo>
                  <a:cubicBezTo>
                    <a:pt x="35" y="21"/>
                    <a:pt x="35" y="24"/>
                    <a:pt x="33" y="26"/>
                  </a:cubicBezTo>
                  <a:cubicBezTo>
                    <a:pt x="32" y="29"/>
                    <a:pt x="29" y="32"/>
                    <a:pt x="26" y="33"/>
                  </a:cubicBezTo>
                  <a:cubicBezTo>
                    <a:pt x="23" y="35"/>
                    <a:pt x="20" y="35"/>
                    <a:pt x="17" y="35"/>
                  </a:cubicBezTo>
                  <a:cubicBezTo>
                    <a:pt x="14" y="35"/>
                    <a:pt x="11" y="34"/>
                    <a:pt x="9" y="32"/>
                  </a:cubicBezTo>
                  <a:cubicBezTo>
                    <a:pt x="6" y="31"/>
                    <a:pt x="4" y="29"/>
                    <a:pt x="2" y="26"/>
                  </a:cubicBezTo>
                  <a:cubicBezTo>
                    <a:pt x="1" y="23"/>
                    <a:pt x="0" y="20"/>
                    <a:pt x="0" y="17"/>
                  </a:cubicBezTo>
                  <a:cubicBezTo>
                    <a:pt x="0" y="14"/>
                    <a:pt x="1" y="12"/>
                    <a:pt x="2" y="9"/>
                  </a:cubicBezTo>
                  <a:cubicBezTo>
                    <a:pt x="4" y="7"/>
                    <a:pt x="6" y="4"/>
                    <a:pt x="9" y="2"/>
                  </a:cubicBezTo>
                  <a:cubicBezTo>
                    <a:pt x="12" y="1"/>
                    <a:pt x="15" y="0"/>
                    <a:pt x="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0" rIns="120000" bIns="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34"/>
            <p:cNvSpPr/>
            <p:nvPr/>
          </p:nvSpPr>
          <p:spPr>
            <a:xfrm>
              <a:off x="5904000" y="317808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35" h="35" extrusionOk="0">
                  <a:moveTo>
                    <a:pt x="18" y="0"/>
                  </a:moveTo>
                  <a:cubicBezTo>
                    <a:pt x="21" y="0"/>
                    <a:pt x="25" y="1"/>
                    <a:pt x="27" y="2"/>
                  </a:cubicBezTo>
                  <a:cubicBezTo>
                    <a:pt x="30" y="4"/>
                    <a:pt x="32" y="7"/>
                    <a:pt x="33" y="9"/>
                  </a:cubicBezTo>
                  <a:cubicBezTo>
                    <a:pt x="35" y="12"/>
                    <a:pt x="35" y="14"/>
                    <a:pt x="35" y="17"/>
                  </a:cubicBezTo>
                  <a:cubicBezTo>
                    <a:pt x="35" y="20"/>
                    <a:pt x="35" y="23"/>
                    <a:pt x="33" y="26"/>
                  </a:cubicBezTo>
                  <a:cubicBezTo>
                    <a:pt x="32" y="29"/>
                    <a:pt x="29" y="31"/>
                    <a:pt x="26" y="32"/>
                  </a:cubicBezTo>
                  <a:cubicBezTo>
                    <a:pt x="24" y="34"/>
                    <a:pt x="21" y="35"/>
                    <a:pt x="18" y="35"/>
                  </a:cubicBezTo>
                  <a:cubicBezTo>
                    <a:pt x="15" y="35"/>
                    <a:pt x="12" y="34"/>
                    <a:pt x="9" y="32"/>
                  </a:cubicBezTo>
                  <a:cubicBezTo>
                    <a:pt x="6" y="31"/>
                    <a:pt x="5" y="29"/>
                    <a:pt x="3" y="26"/>
                  </a:cubicBezTo>
                  <a:cubicBezTo>
                    <a:pt x="2" y="24"/>
                    <a:pt x="0" y="20"/>
                    <a:pt x="0" y="17"/>
                  </a:cubicBezTo>
                  <a:cubicBezTo>
                    <a:pt x="0" y="14"/>
                    <a:pt x="2" y="11"/>
                    <a:pt x="3" y="8"/>
                  </a:cubicBezTo>
                  <a:cubicBezTo>
                    <a:pt x="5" y="6"/>
                    <a:pt x="7" y="3"/>
                    <a:pt x="9" y="2"/>
                  </a:cubicBezTo>
                  <a:cubicBezTo>
                    <a:pt x="12" y="0"/>
                    <a:pt x="15" y="0"/>
                    <a:pt x="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0" rIns="120000" bIns="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34"/>
            <p:cNvSpPr/>
            <p:nvPr/>
          </p:nvSpPr>
          <p:spPr>
            <a:xfrm>
              <a:off x="5904720" y="347328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35" h="35" extrusionOk="0">
                  <a:moveTo>
                    <a:pt x="35" y="17"/>
                  </a:moveTo>
                  <a:cubicBezTo>
                    <a:pt x="35" y="20"/>
                    <a:pt x="35" y="24"/>
                    <a:pt x="33" y="26"/>
                  </a:cubicBezTo>
                  <a:cubicBezTo>
                    <a:pt x="32" y="29"/>
                    <a:pt x="29" y="31"/>
                    <a:pt x="26" y="32"/>
                  </a:cubicBezTo>
                  <a:cubicBezTo>
                    <a:pt x="24" y="34"/>
                    <a:pt x="21" y="35"/>
                    <a:pt x="18" y="35"/>
                  </a:cubicBezTo>
                  <a:cubicBezTo>
                    <a:pt x="15" y="35"/>
                    <a:pt x="12" y="34"/>
                    <a:pt x="9" y="32"/>
                  </a:cubicBezTo>
                  <a:cubicBezTo>
                    <a:pt x="6" y="31"/>
                    <a:pt x="4" y="29"/>
                    <a:pt x="2" y="26"/>
                  </a:cubicBezTo>
                  <a:cubicBezTo>
                    <a:pt x="1" y="23"/>
                    <a:pt x="0" y="20"/>
                    <a:pt x="0" y="17"/>
                  </a:cubicBezTo>
                  <a:cubicBezTo>
                    <a:pt x="0" y="14"/>
                    <a:pt x="1" y="11"/>
                    <a:pt x="2" y="9"/>
                  </a:cubicBezTo>
                  <a:cubicBezTo>
                    <a:pt x="4" y="6"/>
                    <a:pt x="7" y="4"/>
                    <a:pt x="9" y="2"/>
                  </a:cubicBezTo>
                  <a:cubicBezTo>
                    <a:pt x="12" y="1"/>
                    <a:pt x="14" y="0"/>
                    <a:pt x="17" y="0"/>
                  </a:cubicBezTo>
                  <a:cubicBezTo>
                    <a:pt x="20" y="0"/>
                    <a:pt x="23" y="1"/>
                    <a:pt x="26" y="2"/>
                  </a:cubicBezTo>
                  <a:cubicBezTo>
                    <a:pt x="29" y="4"/>
                    <a:pt x="31" y="6"/>
                    <a:pt x="33" y="8"/>
                  </a:cubicBezTo>
                  <a:cubicBezTo>
                    <a:pt x="34" y="11"/>
                    <a:pt x="35" y="14"/>
                    <a:pt x="35" y="1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0" rIns="120000" bIns="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34"/>
            <p:cNvSpPr/>
            <p:nvPr/>
          </p:nvSpPr>
          <p:spPr>
            <a:xfrm>
              <a:off x="5904360" y="351000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35" h="35" extrusionOk="0">
                  <a:moveTo>
                    <a:pt x="35" y="17"/>
                  </a:moveTo>
                  <a:cubicBezTo>
                    <a:pt x="35" y="20"/>
                    <a:pt x="34" y="24"/>
                    <a:pt x="32" y="26"/>
                  </a:cubicBezTo>
                  <a:cubicBezTo>
                    <a:pt x="31" y="29"/>
                    <a:pt x="29" y="31"/>
                    <a:pt x="26" y="32"/>
                  </a:cubicBezTo>
                  <a:cubicBezTo>
                    <a:pt x="23" y="34"/>
                    <a:pt x="20" y="35"/>
                    <a:pt x="17" y="35"/>
                  </a:cubicBezTo>
                  <a:cubicBezTo>
                    <a:pt x="14" y="35"/>
                    <a:pt x="11" y="34"/>
                    <a:pt x="8" y="32"/>
                  </a:cubicBezTo>
                  <a:cubicBezTo>
                    <a:pt x="6" y="31"/>
                    <a:pt x="4" y="29"/>
                    <a:pt x="2" y="26"/>
                  </a:cubicBezTo>
                  <a:cubicBezTo>
                    <a:pt x="0" y="23"/>
                    <a:pt x="0" y="20"/>
                    <a:pt x="0" y="17"/>
                  </a:cubicBezTo>
                  <a:cubicBezTo>
                    <a:pt x="0" y="14"/>
                    <a:pt x="0" y="11"/>
                    <a:pt x="2" y="9"/>
                  </a:cubicBezTo>
                  <a:cubicBezTo>
                    <a:pt x="3" y="6"/>
                    <a:pt x="6" y="4"/>
                    <a:pt x="8" y="2"/>
                  </a:cubicBezTo>
                  <a:cubicBezTo>
                    <a:pt x="11" y="1"/>
                    <a:pt x="14" y="0"/>
                    <a:pt x="17" y="0"/>
                  </a:cubicBezTo>
                  <a:cubicBezTo>
                    <a:pt x="20" y="0"/>
                    <a:pt x="24" y="1"/>
                    <a:pt x="26" y="2"/>
                  </a:cubicBezTo>
                  <a:cubicBezTo>
                    <a:pt x="29" y="4"/>
                    <a:pt x="31" y="6"/>
                    <a:pt x="32" y="8"/>
                  </a:cubicBezTo>
                  <a:cubicBezTo>
                    <a:pt x="34" y="11"/>
                    <a:pt x="34" y="14"/>
                    <a:pt x="35" y="1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0" rIns="120000" bIns="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A14A320A-1787-EF15-1723-6A3CB9AD69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389" y="2252225"/>
            <a:ext cx="3828443" cy="3828443"/>
          </a:xfrm>
          <a:prstGeom prst="rect">
            <a:avLst/>
          </a:prstGeom>
        </p:spPr>
      </p:pic>
      <p:cxnSp>
        <p:nvCxnSpPr>
          <p:cNvPr id="17" name="Google Shape;270;p29">
            <a:extLst>
              <a:ext uri="{FF2B5EF4-FFF2-40B4-BE49-F238E27FC236}">
                <a16:creationId xmlns:a16="http://schemas.microsoft.com/office/drawing/2014/main" id="{DD311F56-C248-98D9-07C6-74E3CCD670AA}"/>
              </a:ext>
            </a:extLst>
          </p:cNvPr>
          <p:cNvCxnSpPr>
            <a:cxnSpLocks/>
          </p:cNvCxnSpPr>
          <p:nvPr/>
        </p:nvCxnSpPr>
        <p:spPr>
          <a:xfrm>
            <a:off x="1358791" y="1802624"/>
            <a:ext cx="9722400" cy="0"/>
          </a:xfrm>
          <a:prstGeom prst="straightConnector1">
            <a:avLst/>
          </a:prstGeom>
          <a:noFill/>
          <a:ln w="12700" cap="flat" cmpd="sng">
            <a:solidFill>
              <a:schemeClr val="tx1"/>
            </a:solidFill>
            <a:prstDash val="solid"/>
            <a:round/>
            <a:headEnd type="oval" w="med" len="med"/>
            <a:tailEnd type="oval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5"/>
          <p:cNvSpPr txBox="1">
            <a:spLocks noGrp="1"/>
          </p:cNvSpPr>
          <p:nvPr>
            <p:ph type="title"/>
          </p:nvPr>
        </p:nvSpPr>
        <p:spPr>
          <a:xfrm>
            <a:off x="809191" y="663081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4000" b="1">
                <a:solidFill>
                  <a:schemeClr val="tx1"/>
                </a:solidFill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SOLUTION</a:t>
            </a:r>
          </a:p>
        </p:txBody>
      </p:sp>
      <p:sp>
        <p:nvSpPr>
          <p:cNvPr id="386" name="Google Shape;386;p35"/>
          <p:cNvSpPr txBox="1">
            <a:spLocks noGrp="1"/>
          </p:cNvSpPr>
          <p:nvPr>
            <p:ph type="subTitle" idx="4"/>
          </p:nvPr>
        </p:nvSpPr>
        <p:spPr>
          <a:xfrm>
            <a:off x="959933" y="3006008"/>
            <a:ext cx="3216800" cy="6096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/>
            <a:r>
              <a:rPr lang="en" sz="1850" b="1">
                <a:solidFill>
                  <a:schemeClr val="tx1"/>
                </a:solidFill>
              </a:rPr>
              <a:t>VALUE PROPOSITION</a:t>
            </a:r>
          </a:p>
        </p:txBody>
      </p:sp>
      <p:sp>
        <p:nvSpPr>
          <p:cNvPr id="387" name="Google Shape;387;p35"/>
          <p:cNvSpPr txBox="1">
            <a:spLocks noGrp="1"/>
          </p:cNvSpPr>
          <p:nvPr>
            <p:ph type="subTitle" idx="5"/>
          </p:nvPr>
        </p:nvSpPr>
        <p:spPr>
          <a:xfrm>
            <a:off x="4487567" y="3006008"/>
            <a:ext cx="3216800" cy="6096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50" b="1">
                <a:solidFill>
                  <a:schemeClr val="tx1"/>
                </a:solidFill>
              </a:rPr>
              <a:t>STAKEHOLDERS</a:t>
            </a:r>
            <a:endParaRPr b="1">
              <a:solidFill>
                <a:schemeClr val="tx1"/>
              </a:solidFill>
            </a:endParaRPr>
          </a:p>
        </p:txBody>
      </p:sp>
      <p:sp>
        <p:nvSpPr>
          <p:cNvPr id="391" name="Google Shape;391;p35"/>
          <p:cNvSpPr txBox="1">
            <a:spLocks noGrp="1"/>
          </p:cNvSpPr>
          <p:nvPr>
            <p:ph type="subTitle" idx="6"/>
          </p:nvPr>
        </p:nvSpPr>
        <p:spPr>
          <a:xfrm>
            <a:off x="8009291" y="3006008"/>
            <a:ext cx="3216800" cy="6096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50" b="1">
                <a:solidFill>
                  <a:schemeClr val="tx1"/>
                </a:solidFill>
              </a:rPr>
              <a:t>INTEGRATION</a:t>
            </a:r>
          </a:p>
        </p:txBody>
      </p:sp>
      <p:cxnSp>
        <p:nvCxnSpPr>
          <p:cNvPr id="392" name="Google Shape;392;p35"/>
          <p:cNvCxnSpPr/>
          <p:nvPr/>
        </p:nvCxnSpPr>
        <p:spPr>
          <a:xfrm>
            <a:off x="1085267" y="2980575"/>
            <a:ext cx="734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3" name="Google Shape;393;p35"/>
          <p:cNvCxnSpPr/>
          <p:nvPr/>
        </p:nvCxnSpPr>
        <p:spPr>
          <a:xfrm>
            <a:off x="4614600" y="2980575"/>
            <a:ext cx="734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4" name="Google Shape;394;p35"/>
          <p:cNvCxnSpPr/>
          <p:nvPr/>
        </p:nvCxnSpPr>
        <p:spPr>
          <a:xfrm>
            <a:off x="8143933" y="2980575"/>
            <a:ext cx="734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95" name="Google Shape;395;p35"/>
          <p:cNvGrpSpPr/>
          <p:nvPr/>
        </p:nvGrpSpPr>
        <p:grpSpPr>
          <a:xfrm>
            <a:off x="8229231" y="2293701"/>
            <a:ext cx="560640" cy="561600"/>
            <a:chOff x="4642560" y="3120480"/>
            <a:chExt cx="420480" cy="421200"/>
          </a:xfrm>
        </p:grpSpPr>
        <p:sp>
          <p:nvSpPr>
            <p:cNvPr id="396" name="Google Shape;396;p35"/>
            <p:cNvSpPr/>
            <p:nvPr/>
          </p:nvSpPr>
          <p:spPr>
            <a:xfrm>
              <a:off x="4715640" y="3120480"/>
              <a:ext cx="283680" cy="151200"/>
            </a:xfrm>
            <a:custGeom>
              <a:avLst/>
              <a:gdLst/>
              <a:ahLst/>
              <a:cxnLst/>
              <a:rect l="l" t="t" r="r" b="b"/>
              <a:pathLst>
                <a:path w="788" h="420" extrusionOk="0">
                  <a:moveTo>
                    <a:pt x="14" y="420"/>
                  </a:moveTo>
                  <a:cubicBezTo>
                    <a:pt x="15" y="420"/>
                    <a:pt x="15" y="420"/>
                    <a:pt x="17" y="420"/>
                  </a:cubicBezTo>
                  <a:cubicBezTo>
                    <a:pt x="26" y="420"/>
                    <a:pt x="31" y="414"/>
                    <a:pt x="34" y="405"/>
                  </a:cubicBezTo>
                  <a:cubicBezTo>
                    <a:pt x="74" y="191"/>
                    <a:pt x="262" y="35"/>
                    <a:pt x="480" y="35"/>
                  </a:cubicBezTo>
                  <a:cubicBezTo>
                    <a:pt x="582" y="35"/>
                    <a:pt x="680" y="69"/>
                    <a:pt x="760" y="131"/>
                  </a:cubicBezTo>
                  <a:cubicBezTo>
                    <a:pt x="767" y="137"/>
                    <a:pt x="777" y="136"/>
                    <a:pt x="785" y="128"/>
                  </a:cubicBezTo>
                  <a:cubicBezTo>
                    <a:pt x="790" y="121"/>
                    <a:pt x="789" y="111"/>
                    <a:pt x="782" y="104"/>
                  </a:cubicBezTo>
                  <a:cubicBezTo>
                    <a:pt x="696" y="35"/>
                    <a:pt x="591" y="0"/>
                    <a:pt x="480" y="0"/>
                  </a:cubicBezTo>
                  <a:cubicBezTo>
                    <a:pt x="246" y="0"/>
                    <a:pt x="45" y="168"/>
                    <a:pt x="1" y="398"/>
                  </a:cubicBezTo>
                  <a:cubicBezTo>
                    <a:pt x="-2" y="410"/>
                    <a:pt x="4" y="418"/>
                    <a:pt x="14" y="42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60000" rIns="120000" bIns="6000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35"/>
            <p:cNvSpPr/>
            <p:nvPr/>
          </p:nvSpPr>
          <p:spPr>
            <a:xfrm>
              <a:off x="4642560" y="3178440"/>
              <a:ext cx="420480" cy="363240"/>
            </a:xfrm>
            <a:custGeom>
              <a:avLst/>
              <a:gdLst/>
              <a:ahLst/>
              <a:cxnLst/>
              <a:rect l="l" t="t" r="r" b="b"/>
              <a:pathLst>
                <a:path w="1168" h="1009" extrusionOk="0">
                  <a:moveTo>
                    <a:pt x="1047" y="5"/>
                  </a:moveTo>
                  <a:cubicBezTo>
                    <a:pt x="1042" y="-2"/>
                    <a:pt x="1030" y="-2"/>
                    <a:pt x="1023" y="4"/>
                  </a:cubicBezTo>
                  <a:cubicBezTo>
                    <a:pt x="1015" y="10"/>
                    <a:pt x="1015" y="21"/>
                    <a:pt x="1021" y="29"/>
                  </a:cubicBezTo>
                  <a:cubicBezTo>
                    <a:pt x="1094" y="112"/>
                    <a:pt x="1135" y="218"/>
                    <a:pt x="1135" y="329"/>
                  </a:cubicBezTo>
                  <a:cubicBezTo>
                    <a:pt x="1135" y="579"/>
                    <a:pt x="931" y="782"/>
                    <a:pt x="682" y="782"/>
                  </a:cubicBezTo>
                  <a:cubicBezTo>
                    <a:pt x="431" y="782"/>
                    <a:pt x="229" y="578"/>
                    <a:pt x="229" y="329"/>
                  </a:cubicBezTo>
                  <a:cubicBezTo>
                    <a:pt x="229" y="320"/>
                    <a:pt x="221" y="311"/>
                    <a:pt x="211" y="311"/>
                  </a:cubicBezTo>
                  <a:cubicBezTo>
                    <a:pt x="202" y="311"/>
                    <a:pt x="194" y="319"/>
                    <a:pt x="194" y="329"/>
                  </a:cubicBezTo>
                  <a:cubicBezTo>
                    <a:pt x="194" y="407"/>
                    <a:pt x="213" y="483"/>
                    <a:pt x="246" y="549"/>
                  </a:cubicBezTo>
                  <a:cubicBezTo>
                    <a:pt x="240" y="556"/>
                    <a:pt x="233" y="564"/>
                    <a:pt x="226" y="571"/>
                  </a:cubicBezTo>
                  <a:cubicBezTo>
                    <a:pt x="213" y="585"/>
                    <a:pt x="199" y="598"/>
                    <a:pt x="191" y="608"/>
                  </a:cubicBezTo>
                  <a:cubicBezTo>
                    <a:pt x="185" y="614"/>
                    <a:pt x="185" y="623"/>
                    <a:pt x="189" y="629"/>
                  </a:cubicBezTo>
                  <a:cubicBezTo>
                    <a:pt x="191" y="630"/>
                    <a:pt x="201" y="646"/>
                    <a:pt x="221" y="671"/>
                  </a:cubicBezTo>
                  <a:cubicBezTo>
                    <a:pt x="165" y="725"/>
                    <a:pt x="55" y="837"/>
                    <a:pt x="4" y="893"/>
                  </a:cubicBezTo>
                  <a:cubicBezTo>
                    <a:pt x="0" y="898"/>
                    <a:pt x="-2" y="906"/>
                    <a:pt x="3" y="913"/>
                  </a:cubicBezTo>
                  <a:cubicBezTo>
                    <a:pt x="4" y="914"/>
                    <a:pt x="26" y="952"/>
                    <a:pt x="95" y="1006"/>
                  </a:cubicBezTo>
                  <a:cubicBezTo>
                    <a:pt x="97" y="1009"/>
                    <a:pt x="102" y="1009"/>
                    <a:pt x="105" y="1009"/>
                  </a:cubicBezTo>
                  <a:cubicBezTo>
                    <a:pt x="109" y="1009"/>
                    <a:pt x="114" y="1008"/>
                    <a:pt x="116" y="1005"/>
                  </a:cubicBezTo>
                  <a:cubicBezTo>
                    <a:pt x="138" y="984"/>
                    <a:pt x="167" y="958"/>
                    <a:pt x="201" y="926"/>
                  </a:cubicBezTo>
                  <a:cubicBezTo>
                    <a:pt x="208" y="919"/>
                    <a:pt x="208" y="909"/>
                    <a:pt x="201" y="901"/>
                  </a:cubicBezTo>
                  <a:cubicBezTo>
                    <a:pt x="194" y="894"/>
                    <a:pt x="183" y="894"/>
                    <a:pt x="176" y="901"/>
                  </a:cubicBezTo>
                  <a:cubicBezTo>
                    <a:pt x="148" y="928"/>
                    <a:pt x="124" y="951"/>
                    <a:pt x="103" y="970"/>
                  </a:cubicBezTo>
                  <a:cubicBezTo>
                    <a:pt x="67" y="941"/>
                    <a:pt x="48" y="917"/>
                    <a:pt x="38" y="906"/>
                  </a:cubicBezTo>
                  <a:cubicBezTo>
                    <a:pt x="90" y="847"/>
                    <a:pt x="189" y="747"/>
                    <a:pt x="242" y="697"/>
                  </a:cubicBezTo>
                  <a:cubicBezTo>
                    <a:pt x="261" y="718"/>
                    <a:pt x="284" y="741"/>
                    <a:pt x="312" y="766"/>
                  </a:cubicBezTo>
                  <a:cubicBezTo>
                    <a:pt x="293" y="786"/>
                    <a:pt x="266" y="812"/>
                    <a:pt x="236" y="843"/>
                  </a:cubicBezTo>
                  <a:cubicBezTo>
                    <a:pt x="229" y="850"/>
                    <a:pt x="229" y="861"/>
                    <a:pt x="236" y="868"/>
                  </a:cubicBezTo>
                  <a:cubicBezTo>
                    <a:pt x="239" y="871"/>
                    <a:pt x="243" y="872"/>
                    <a:pt x="248" y="872"/>
                  </a:cubicBezTo>
                  <a:cubicBezTo>
                    <a:pt x="252" y="872"/>
                    <a:pt x="256" y="871"/>
                    <a:pt x="259" y="868"/>
                  </a:cubicBezTo>
                  <a:cubicBezTo>
                    <a:pt x="291" y="836"/>
                    <a:pt x="317" y="808"/>
                    <a:pt x="336" y="788"/>
                  </a:cubicBezTo>
                  <a:cubicBezTo>
                    <a:pt x="350" y="798"/>
                    <a:pt x="364" y="810"/>
                    <a:pt x="379" y="820"/>
                  </a:cubicBezTo>
                  <a:cubicBezTo>
                    <a:pt x="382" y="821"/>
                    <a:pt x="384" y="823"/>
                    <a:pt x="389" y="823"/>
                  </a:cubicBezTo>
                  <a:cubicBezTo>
                    <a:pt x="393" y="823"/>
                    <a:pt x="398" y="821"/>
                    <a:pt x="401" y="818"/>
                  </a:cubicBezTo>
                  <a:cubicBezTo>
                    <a:pt x="412" y="808"/>
                    <a:pt x="425" y="795"/>
                    <a:pt x="438" y="782"/>
                  </a:cubicBezTo>
                  <a:cubicBezTo>
                    <a:pt x="446" y="775"/>
                    <a:pt x="453" y="767"/>
                    <a:pt x="460" y="761"/>
                  </a:cubicBezTo>
                  <a:cubicBezTo>
                    <a:pt x="526" y="795"/>
                    <a:pt x="602" y="814"/>
                    <a:pt x="680" y="814"/>
                  </a:cubicBezTo>
                  <a:cubicBezTo>
                    <a:pt x="948" y="814"/>
                    <a:pt x="1168" y="595"/>
                    <a:pt x="1168" y="326"/>
                  </a:cubicBezTo>
                  <a:cubicBezTo>
                    <a:pt x="1170" y="209"/>
                    <a:pt x="1126" y="94"/>
                    <a:pt x="1047" y="5"/>
                  </a:cubicBezTo>
                  <a:moveTo>
                    <a:pt x="417" y="759"/>
                  </a:moveTo>
                  <a:cubicBezTo>
                    <a:pt x="408" y="767"/>
                    <a:pt x="398" y="776"/>
                    <a:pt x="389" y="785"/>
                  </a:cubicBezTo>
                  <a:cubicBezTo>
                    <a:pt x="300" y="718"/>
                    <a:pt x="245" y="648"/>
                    <a:pt x="224" y="622"/>
                  </a:cubicBezTo>
                  <a:cubicBezTo>
                    <a:pt x="233" y="613"/>
                    <a:pt x="242" y="603"/>
                    <a:pt x="250" y="594"/>
                  </a:cubicBezTo>
                  <a:cubicBezTo>
                    <a:pt x="255" y="590"/>
                    <a:pt x="259" y="584"/>
                    <a:pt x="264" y="579"/>
                  </a:cubicBezTo>
                  <a:cubicBezTo>
                    <a:pt x="304" y="648"/>
                    <a:pt x="361" y="705"/>
                    <a:pt x="430" y="745"/>
                  </a:cubicBezTo>
                  <a:cubicBezTo>
                    <a:pt x="425" y="750"/>
                    <a:pt x="421" y="754"/>
                    <a:pt x="417" y="7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60000" rIns="120000" bIns="6000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35"/>
            <p:cNvSpPr/>
            <p:nvPr/>
          </p:nvSpPr>
          <p:spPr>
            <a:xfrm>
              <a:off x="4750200" y="3159000"/>
              <a:ext cx="275760" cy="275760"/>
            </a:xfrm>
            <a:custGeom>
              <a:avLst/>
              <a:gdLst/>
              <a:ahLst/>
              <a:cxnLst/>
              <a:rect l="l" t="t" r="r" b="b"/>
              <a:pathLst>
                <a:path w="766" h="766" extrusionOk="0">
                  <a:moveTo>
                    <a:pt x="479" y="753"/>
                  </a:moveTo>
                  <a:cubicBezTo>
                    <a:pt x="648" y="709"/>
                    <a:pt x="766" y="556"/>
                    <a:pt x="766" y="383"/>
                  </a:cubicBezTo>
                  <a:cubicBezTo>
                    <a:pt x="766" y="172"/>
                    <a:pt x="594" y="0"/>
                    <a:pt x="383" y="0"/>
                  </a:cubicBezTo>
                  <a:cubicBezTo>
                    <a:pt x="171" y="0"/>
                    <a:pt x="0" y="172"/>
                    <a:pt x="0" y="383"/>
                  </a:cubicBezTo>
                  <a:cubicBezTo>
                    <a:pt x="0" y="594"/>
                    <a:pt x="171" y="766"/>
                    <a:pt x="383" y="766"/>
                  </a:cubicBezTo>
                  <a:cubicBezTo>
                    <a:pt x="391" y="766"/>
                    <a:pt x="400" y="759"/>
                    <a:pt x="400" y="748"/>
                  </a:cubicBezTo>
                  <a:cubicBezTo>
                    <a:pt x="400" y="738"/>
                    <a:pt x="393" y="731"/>
                    <a:pt x="383" y="731"/>
                  </a:cubicBezTo>
                  <a:cubicBezTo>
                    <a:pt x="190" y="731"/>
                    <a:pt x="35" y="576"/>
                    <a:pt x="35" y="383"/>
                  </a:cubicBezTo>
                  <a:cubicBezTo>
                    <a:pt x="35" y="191"/>
                    <a:pt x="190" y="35"/>
                    <a:pt x="383" y="35"/>
                  </a:cubicBezTo>
                  <a:cubicBezTo>
                    <a:pt x="575" y="35"/>
                    <a:pt x="731" y="190"/>
                    <a:pt x="731" y="383"/>
                  </a:cubicBezTo>
                  <a:cubicBezTo>
                    <a:pt x="731" y="542"/>
                    <a:pt x="623" y="680"/>
                    <a:pt x="470" y="721"/>
                  </a:cubicBezTo>
                  <a:cubicBezTo>
                    <a:pt x="461" y="724"/>
                    <a:pt x="456" y="732"/>
                    <a:pt x="458" y="741"/>
                  </a:cubicBezTo>
                  <a:cubicBezTo>
                    <a:pt x="460" y="750"/>
                    <a:pt x="470" y="756"/>
                    <a:pt x="479" y="7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60000" rIns="120000" bIns="6000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35"/>
            <p:cNvSpPr/>
            <p:nvPr/>
          </p:nvSpPr>
          <p:spPr>
            <a:xfrm>
              <a:off x="4812120" y="3242160"/>
              <a:ext cx="76680" cy="109440"/>
            </a:xfrm>
            <a:custGeom>
              <a:avLst/>
              <a:gdLst/>
              <a:ahLst/>
              <a:cxnLst/>
              <a:rect l="l" t="t" r="r" b="b"/>
              <a:pathLst>
                <a:path w="213" h="304" extrusionOk="0">
                  <a:moveTo>
                    <a:pt x="212" y="287"/>
                  </a:moveTo>
                  <a:cubicBezTo>
                    <a:pt x="212" y="280"/>
                    <a:pt x="225" y="91"/>
                    <a:pt x="163" y="25"/>
                  </a:cubicBezTo>
                  <a:cubicBezTo>
                    <a:pt x="147" y="9"/>
                    <a:pt x="128" y="0"/>
                    <a:pt x="107" y="0"/>
                  </a:cubicBezTo>
                  <a:cubicBezTo>
                    <a:pt x="85" y="0"/>
                    <a:pt x="66" y="9"/>
                    <a:pt x="52" y="25"/>
                  </a:cubicBezTo>
                  <a:cubicBezTo>
                    <a:pt x="-11" y="92"/>
                    <a:pt x="2" y="280"/>
                    <a:pt x="2" y="287"/>
                  </a:cubicBezTo>
                  <a:cubicBezTo>
                    <a:pt x="2" y="296"/>
                    <a:pt x="11" y="303"/>
                    <a:pt x="20" y="303"/>
                  </a:cubicBezTo>
                  <a:lnTo>
                    <a:pt x="21" y="303"/>
                  </a:lnTo>
                  <a:cubicBezTo>
                    <a:pt x="30" y="303"/>
                    <a:pt x="37" y="295"/>
                    <a:pt x="37" y="284"/>
                  </a:cubicBezTo>
                  <a:cubicBezTo>
                    <a:pt x="36" y="265"/>
                    <a:pt x="34" y="232"/>
                    <a:pt x="37" y="197"/>
                  </a:cubicBezTo>
                  <a:cubicBezTo>
                    <a:pt x="64" y="195"/>
                    <a:pt x="120" y="195"/>
                    <a:pt x="179" y="197"/>
                  </a:cubicBezTo>
                  <a:cubicBezTo>
                    <a:pt x="180" y="232"/>
                    <a:pt x="180" y="265"/>
                    <a:pt x="179" y="284"/>
                  </a:cubicBezTo>
                  <a:cubicBezTo>
                    <a:pt x="179" y="293"/>
                    <a:pt x="184" y="302"/>
                    <a:pt x="195" y="303"/>
                  </a:cubicBezTo>
                  <a:cubicBezTo>
                    <a:pt x="203" y="305"/>
                    <a:pt x="211" y="297"/>
                    <a:pt x="212" y="287"/>
                  </a:cubicBezTo>
                  <a:moveTo>
                    <a:pt x="39" y="163"/>
                  </a:moveTo>
                  <a:cubicBezTo>
                    <a:pt x="43" y="117"/>
                    <a:pt x="55" y="72"/>
                    <a:pt x="77" y="48"/>
                  </a:cubicBezTo>
                  <a:cubicBezTo>
                    <a:pt x="85" y="38"/>
                    <a:pt x="95" y="34"/>
                    <a:pt x="107" y="34"/>
                  </a:cubicBezTo>
                  <a:cubicBezTo>
                    <a:pt x="118" y="34"/>
                    <a:pt x="129" y="38"/>
                    <a:pt x="138" y="48"/>
                  </a:cubicBezTo>
                  <a:cubicBezTo>
                    <a:pt x="160" y="72"/>
                    <a:pt x="170" y="117"/>
                    <a:pt x="176" y="163"/>
                  </a:cubicBezTo>
                  <a:cubicBezTo>
                    <a:pt x="120" y="162"/>
                    <a:pt x="66" y="163"/>
                    <a:pt x="39" y="16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60000" rIns="120000" bIns="6000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35"/>
            <p:cNvSpPr/>
            <p:nvPr/>
          </p:nvSpPr>
          <p:spPr>
            <a:xfrm>
              <a:off x="4902480" y="3243240"/>
              <a:ext cx="61560" cy="106920"/>
            </a:xfrm>
            <a:custGeom>
              <a:avLst/>
              <a:gdLst/>
              <a:ahLst/>
              <a:cxnLst/>
              <a:rect l="l" t="t" r="r" b="b"/>
              <a:pathLst>
                <a:path w="171" h="297" extrusionOk="0">
                  <a:moveTo>
                    <a:pt x="153" y="296"/>
                  </a:moveTo>
                  <a:cubicBezTo>
                    <a:pt x="162" y="296"/>
                    <a:pt x="169" y="287"/>
                    <a:pt x="169" y="278"/>
                  </a:cubicBezTo>
                  <a:cubicBezTo>
                    <a:pt x="169" y="270"/>
                    <a:pt x="161" y="262"/>
                    <a:pt x="152" y="262"/>
                  </a:cubicBezTo>
                  <a:cubicBezTo>
                    <a:pt x="135" y="264"/>
                    <a:pt x="119" y="264"/>
                    <a:pt x="101" y="264"/>
                  </a:cubicBezTo>
                  <a:lnTo>
                    <a:pt x="101" y="34"/>
                  </a:lnTo>
                  <a:cubicBezTo>
                    <a:pt x="117" y="34"/>
                    <a:pt x="135" y="34"/>
                    <a:pt x="152" y="35"/>
                  </a:cubicBezTo>
                  <a:lnTo>
                    <a:pt x="153" y="35"/>
                  </a:lnTo>
                  <a:cubicBezTo>
                    <a:pt x="162" y="35"/>
                    <a:pt x="169" y="28"/>
                    <a:pt x="171" y="19"/>
                  </a:cubicBezTo>
                  <a:cubicBezTo>
                    <a:pt x="171" y="10"/>
                    <a:pt x="164" y="2"/>
                    <a:pt x="155" y="2"/>
                  </a:cubicBezTo>
                  <a:cubicBezTo>
                    <a:pt x="86" y="-3"/>
                    <a:pt x="19" y="2"/>
                    <a:pt x="17" y="2"/>
                  </a:cubicBezTo>
                  <a:cubicBezTo>
                    <a:pt x="8" y="2"/>
                    <a:pt x="0" y="10"/>
                    <a:pt x="0" y="19"/>
                  </a:cubicBezTo>
                  <a:cubicBezTo>
                    <a:pt x="0" y="28"/>
                    <a:pt x="9" y="35"/>
                    <a:pt x="18" y="35"/>
                  </a:cubicBezTo>
                  <a:cubicBezTo>
                    <a:pt x="18" y="35"/>
                    <a:pt x="38" y="34"/>
                    <a:pt x="69" y="34"/>
                  </a:cubicBezTo>
                  <a:lnTo>
                    <a:pt x="69" y="264"/>
                  </a:lnTo>
                  <a:cubicBezTo>
                    <a:pt x="40" y="264"/>
                    <a:pt x="19" y="262"/>
                    <a:pt x="18" y="262"/>
                  </a:cubicBezTo>
                  <a:cubicBezTo>
                    <a:pt x="8" y="262"/>
                    <a:pt x="0" y="270"/>
                    <a:pt x="0" y="278"/>
                  </a:cubicBezTo>
                  <a:cubicBezTo>
                    <a:pt x="0" y="287"/>
                    <a:pt x="8" y="296"/>
                    <a:pt x="17" y="296"/>
                  </a:cubicBezTo>
                  <a:cubicBezTo>
                    <a:pt x="18" y="296"/>
                    <a:pt x="49" y="297"/>
                    <a:pt x="89" y="297"/>
                  </a:cubicBezTo>
                  <a:cubicBezTo>
                    <a:pt x="107" y="297"/>
                    <a:pt x="130" y="297"/>
                    <a:pt x="153" y="29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60000" rIns="120000" bIns="6000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35"/>
            <p:cNvSpPr/>
            <p:nvPr/>
          </p:nvSpPr>
          <p:spPr>
            <a:xfrm>
              <a:off x="4867560" y="337392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35" h="35" extrusionOk="0">
                  <a:moveTo>
                    <a:pt x="0" y="17"/>
                  </a:moveTo>
                  <a:cubicBezTo>
                    <a:pt x="0" y="26"/>
                    <a:pt x="7" y="35"/>
                    <a:pt x="17" y="35"/>
                  </a:cubicBezTo>
                  <a:cubicBezTo>
                    <a:pt x="26" y="35"/>
                    <a:pt x="35" y="28"/>
                    <a:pt x="35" y="17"/>
                  </a:cubicBezTo>
                  <a:cubicBezTo>
                    <a:pt x="35" y="7"/>
                    <a:pt x="27" y="0"/>
                    <a:pt x="17" y="0"/>
                  </a:cubicBezTo>
                  <a:cubicBezTo>
                    <a:pt x="6" y="0"/>
                    <a:pt x="0" y="9"/>
                    <a:pt x="0" y="1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0" rIns="120000" bIns="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35"/>
            <p:cNvSpPr/>
            <p:nvPr/>
          </p:nvSpPr>
          <p:spPr>
            <a:xfrm>
              <a:off x="4896000" y="337392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35" h="35" extrusionOk="0">
                  <a:moveTo>
                    <a:pt x="17" y="35"/>
                  </a:moveTo>
                  <a:cubicBezTo>
                    <a:pt x="26" y="35"/>
                    <a:pt x="35" y="28"/>
                    <a:pt x="35" y="17"/>
                  </a:cubicBezTo>
                  <a:cubicBezTo>
                    <a:pt x="35" y="7"/>
                    <a:pt x="27" y="0"/>
                    <a:pt x="17" y="0"/>
                  </a:cubicBezTo>
                  <a:cubicBezTo>
                    <a:pt x="7" y="0"/>
                    <a:pt x="0" y="7"/>
                    <a:pt x="0" y="17"/>
                  </a:cubicBezTo>
                  <a:cubicBezTo>
                    <a:pt x="0" y="28"/>
                    <a:pt x="8" y="35"/>
                    <a:pt x="17" y="3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0" rIns="120000" bIns="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35"/>
            <p:cNvSpPr/>
            <p:nvPr/>
          </p:nvSpPr>
          <p:spPr>
            <a:xfrm>
              <a:off x="4866840" y="321084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35" h="35" extrusionOk="0">
                  <a:moveTo>
                    <a:pt x="35" y="17"/>
                  </a:moveTo>
                  <a:cubicBezTo>
                    <a:pt x="35" y="9"/>
                    <a:pt x="28" y="0"/>
                    <a:pt x="18" y="0"/>
                  </a:cubicBezTo>
                  <a:cubicBezTo>
                    <a:pt x="9" y="0"/>
                    <a:pt x="0" y="7"/>
                    <a:pt x="0" y="17"/>
                  </a:cubicBezTo>
                  <a:cubicBezTo>
                    <a:pt x="0" y="26"/>
                    <a:pt x="8" y="35"/>
                    <a:pt x="18" y="35"/>
                  </a:cubicBezTo>
                  <a:cubicBezTo>
                    <a:pt x="28" y="35"/>
                    <a:pt x="35" y="28"/>
                    <a:pt x="35" y="1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0" rIns="120000" bIns="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35"/>
            <p:cNvSpPr/>
            <p:nvPr/>
          </p:nvSpPr>
          <p:spPr>
            <a:xfrm>
              <a:off x="4896000" y="321084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35" h="35" extrusionOk="0">
                  <a:moveTo>
                    <a:pt x="17" y="35"/>
                  </a:moveTo>
                  <a:cubicBezTo>
                    <a:pt x="26" y="35"/>
                    <a:pt x="35" y="28"/>
                    <a:pt x="35" y="17"/>
                  </a:cubicBezTo>
                  <a:cubicBezTo>
                    <a:pt x="35" y="9"/>
                    <a:pt x="27" y="0"/>
                    <a:pt x="17" y="0"/>
                  </a:cubicBezTo>
                  <a:cubicBezTo>
                    <a:pt x="7" y="0"/>
                    <a:pt x="0" y="7"/>
                    <a:pt x="0" y="17"/>
                  </a:cubicBezTo>
                  <a:cubicBezTo>
                    <a:pt x="1" y="28"/>
                    <a:pt x="8" y="35"/>
                    <a:pt x="17" y="3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0" rIns="120000" bIns="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5" name="Google Shape;405;p35"/>
          <p:cNvGrpSpPr/>
          <p:nvPr/>
        </p:nvGrpSpPr>
        <p:grpSpPr>
          <a:xfrm>
            <a:off x="1085263" y="2293695"/>
            <a:ext cx="461280" cy="561600"/>
            <a:chOff x="4680000" y="3725280"/>
            <a:chExt cx="345960" cy="421200"/>
          </a:xfrm>
        </p:grpSpPr>
        <p:sp>
          <p:nvSpPr>
            <p:cNvPr id="406" name="Google Shape;406;p35"/>
            <p:cNvSpPr/>
            <p:nvPr/>
          </p:nvSpPr>
          <p:spPr>
            <a:xfrm>
              <a:off x="4680000" y="3854880"/>
              <a:ext cx="283320" cy="291600"/>
            </a:xfrm>
            <a:custGeom>
              <a:avLst/>
              <a:gdLst/>
              <a:ahLst/>
              <a:cxnLst/>
              <a:rect l="l" t="t" r="r" b="b"/>
              <a:pathLst>
                <a:path w="787" h="810" extrusionOk="0">
                  <a:moveTo>
                    <a:pt x="770" y="239"/>
                  </a:moveTo>
                  <a:lnTo>
                    <a:pt x="770" y="239"/>
                  </a:lnTo>
                  <a:cubicBezTo>
                    <a:pt x="760" y="239"/>
                    <a:pt x="753" y="246"/>
                    <a:pt x="753" y="256"/>
                  </a:cubicBezTo>
                  <a:cubicBezTo>
                    <a:pt x="753" y="386"/>
                    <a:pt x="748" y="500"/>
                    <a:pt x="744" y="586"/>
                  </a:cubicBezTo>
                  <a:cubicBezTo>
                    <a:pt x="553" y="600"/>
                    <a:pt x="365" y="599"/>
                    <a:pt x="240" y="594"/>
                  </a:cubicBezTo>
                  <a:cubicBezTo>
                    <a:pt x="230" y="594"/>
                    <a:pt x="222" y="602"/>
                    <a:pt x="222" y="610"/>
                  </a:cubicBezTo>
                  <a:cubicBezTo>
                    <a:pt x="222" y="619"/>
                    <a:pt x="230" y="628"/>
                    <a:pt x="238" y="628"/>
                  </a:cubicBezTo>
                  <a:cubicBezTo>
                    <a:pt x="286" y="629"/>
                    <a:pt x="343" y="631"/>
                    <a:pt x="406" y="631"/>
                  </a:cubicBezTo>
                  <a:cubicBezTo>
                    <a:pt x="508" y="631"/>
                    <a:pt x="624" y="628"/>
                    <a:pt x="742" y="619"/>
                  </a:cubicBezTo>
                  <a:cubicBezTo>
                    <a:pt x="739" y="682"/>
                    <a:pt x="735" y="727"/>
                    <a:pt x="734" y="747"/>
                  </a:cubicBezTo>
                  <a:cubicBezTo>
                    <a:pt x="671" y="759"/>
                    <a:pt x="377" y="806"/>
                    <a:pt x="53" y="747"/>
                  </a:cubicBezTo>
                  <a:cubicBezTo>
                    <a:pt x="50" y="704"/>
                    <a:pt x="47" y="661"/>
                    <a:pt x="44" y="619"/>
                  </a:cubicBezTo>
                  <a:cubicBezTo>
                    <a:pt x="65" y="621"/>
                    <a:pt x="103" y="623"/>
                    <a:pt x="151" y="625"/>
                  </a:cubicBezTo>
                  <a:lnTo>
                    <a:pt x="152" y="625"/>
                  </a:lnTo>
                  <a:cubicBezTo>
                    <a:pt x="161" y="625"/>
                    <a:pt x="168" y="618"/>
                    <a:pt x="170" y="609"/>
                  </a:cubicBezTo>
                  <a:cubicBezTo>
                    <a:pt x="170" y="600"/>
                    <a:pt x="162" y="591"/>
                    <a:pt x="154" y="591"/>
                  </a:cubicBezTo>
                  <a:cubicBezTo>
                    <a:pt x="101" y="588"/>
                    <a:pt x="63" y="587"/>
                    <a:pt x="43" y="586"/>
                  </a:cubicBezTo>
                  <a:cubicBezTo>
                    <a:pt x="31" y="363"/>
                    <a:pt x="33" y="160"/>
                    <a:pt x="37" y="17"/>
                  </a:cubicBezTo>
                  <a:cubicBezTo>
                    <a:pt x="37" y="9"/>
                    <a:pt x="30" y="0"/>
                    <a:pt x="21" y="0"/>
                  </a:cubicBezTo>
                  <a:cubicBezTo>
                    <a:pt x="11" y="0"/>
                    <a:pt x="4" y="7"/>
                    <a:pt x="4" y="16"/>
                  </a:cubicBezTo>
                  <a:cubicBezTo>
                    <a:pt x="-1" y="162"/>
                    <a:pt x="-2" y="371"/>
                    <a:pt x="11" y="600"/>
                  </a:cubicBezTo>
                  <a:lnTo>
                    <a:pt x="11" y="602"/>
                  </a:lnTo>
                  <a:cubicBezTo>
                    <a:pt x="14" y="654"/>
                    <a:pt x="17" y="708"/>
                    <a:pt x="21" y="762"/>
                  </a:cubicBezTo>
                  <a:cubicBezTo>
                    <a:pt x="21" y="769"/>
                    <a:pt x="27" y="776"/>
                    <a:pt x="36" y="778"/>
                  </a:cubicBezTo>
                  <a:cubicBezTo>
                    <a:pt x="164" y="801"/>
                    <a:pt x="288" y="810"/>
                    <a:pt x="391" y="810"/>
                  </a:cubicBezTo>
                  <a:cubicBezTo>
                    <a:pt x="447" y="810"/>
                    <a:pt x="495" y="808"/>
                    <a:pt x="537" y="806"/>
                  </a:cubicBezTo>
                  <a:cubicBezTo>
                    <a:pt x="668" y="797"/>
                    <a:pt x="751" y="779"/>
                    <a:pt x="754" y="779"/>
                  </a:cubicBezTo>
                  <a:cubicBezTo>
                    <a:pt x="761" y="778"/>
                    <a:pt x="767" y="772"/>
                    <a:pt x="767" y="765"/>
                  </a:cubicBezTo>
                  <a:cubicBezTo>
                    <a:pt x="767" y="763"/>
                    <a:pt x="773" y="704"/>
                    <a:pt x="777" y="605"/>
                  </a:cubicBezTo>
                  <a:cubicBezTo>
                    <a:pt x="777" y="603"/>
                    <a:pt x="777" y="603"/>
                    <a:pt x="777" y="602"/>
                  </a:cubicBezTo>
                  <a:cubicBezTo>
                    <a:pt x="782" y="514"/>
                    <a:pt x="786" y="395"/>
                    <a:pt x="787" y="258"/>
                  </a:cubicBezTo>
                  <a:cubicBezTo>
                    <a:pt x="787" y="246"/>
                    <a:pt x="779" y="239"/>
                    <a:pt x="770" y="23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60000" rIns="120000" bIns="6000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35"/>
            <p:cNvSpPr/>
            <p:nvPr/>
          </p:nvSpPr>
          <p:spPr>
            <a:xfrm>
              <a:off x="4681800" y="3725280"/>
              <a:ext cx="344160" cy="197280"/>
            </a:xfrm>
            <a:custGeom>
              <a:avLst/>
              <a:gdLst/>
              <a:ahLst/>
              <a:cxnLst/>
              <a:rect l="l" t="t" r="r" b="b"/>
              <a:pathLst>
                <a:path w="956" h="548" extrusionOk="0">
                  <a:moveTo>
                    <a:pt x="946" y="195"/>
                  </a:moveTo>
                  <a:cubicBezTo>
                    <a:pt x="944" y="188"/>
                    <a:pt x="937" y="184"/>
                    <a:pt x="930" y="184"/>
                  </a:cubicBezTo>
                  <a:cubicBezTo>
                    <a:pt x="876" y="182"/>
                    <a:pt x="822" y="181"/>
                    <a:pt x="769" y="181"/>
                  </a:cubicBezTo>
                  <a:cubicBezTo>
                    <a:pt x="766" y="136"/>
                    <a:pt x="764" y="90"/>
                    <a:pt x="761" y="47"/>
                  </a:cubicBezTo>
                  <a:cubicBezTo>
                    <a:pt x="761" y="39"/>
                    <a:pt x="755" y="32"/>
                    <a:pt x="746" y="31"/>
                  </a:cubicBezTo>
                  <a:cubicBezTo>
                    <a:pt x="551" y="-6"/>
                    <a:pt x="366" y="-4"/>
                    <a:pt x="245" y="4"/>
                  </a:cubicBezTo>
                  <a:cubicBezTo>
                    <a:pt x="114" y="13"/>
                    <a:pt x="31" y="31"/>
                    <a:pt x="28" y="31"/>
                  </a:cubicBezTo>
                  <a:cubicBezTo>
                    <a:pt x="21" y="32"/>
                    <a:pt x="15" y="38"/>
                    <a:pt x="15" y="45"/>
                  </a:cubicBezTo>
                  <a:cubicBezTo>
                    <a:pt x="15" y="47"/>
                    <a:pt x="6" y="141"/>
                    <a:pt x="0" y="293"/>
                  </a:cubicBezTo>
                  <a:cubicBezTo>
                    <a:pt x="0" y="302"/>
                    <a:pt x="7" y="310"/>
                    <a:pt x="16" y="310"/>
                  </a:cubicBezTo>
                  <a:lnTo>
                    <a:pt x="16" y="310"/>
                  </a:lnTo>
                  <a:cubicBezTo>
                    <a:pt x="25" y="310"/>
                    <a:pt x="32" y="303"/>
                    <a:pt x="34" y="294"/>
                  </a:cubicBezTo>
                  <a:cubicBezTo>
                    <a:pt x="38" y="176"/>
                    <a:pt x="45" y="92"/>
                    <a:pt x="47" y="61"/>
                  </a:cubicBezTo>
                  <a:cubicBezTo>
                    <a:pt x="109" y="50"/>
                    <a:pt x="404" y="3"/>
                    <a:pt x="727" y="61"/>
                  </a:cubicBezTo>
                  <a:cubicBezTo>
                    <a:pt x="730" y="99"/>
                    <a:pt x="733" y="138"/>
                    <a:pt x="736" y="178"/>
                  </a:cubicBezTo>
                  <a:cubicBezTo>
                    <a:pt x="663" y="178"/>
                    <a:pt x="597" y="178"/>
                    <a:pt x="545" y="178"/>
                  </a:cubicBezTo>
                  <a:cubicBezTo>
                    <a:pt x="536" y="178"/>
                    <a:pt x="528" y="185"/>
                    <a:pt x="528" y="195"/>
                  </a:cubicBezTo>
                  <a:cubicBezTo>
                    <a:pt x="528" y="204"/>
                    <a:pt x="535" y="213"/>
                    <a:pt x="545" y="213"/>
                  </a:cubicBezTo>
                  <a:lnTo>
                    <a:pt x="545" y="213"/>
                  </a:lnTo>
                  <a:cubicBezTo>
                    <a:pt x="638" y="213"/>
                    <a:pt x="777" y="213"/>
                    <a:pt x="917" y="216"/>
                  </a:cubicBezTo>
                  <a:cubicBezTo>
                    <a:pt x="927" y="259"/>
                    <a:pt x="921" y="303"/>
                    <a:pt x="917" y="322"/>
                  </a:cubicBezTo>
                  <a:cubicBezTo>
                    <a:pt x="861" y="323"/>
                    <a:pt x="635" y="328"/>
                    <a:pt x="394" y="325"/>
                  </a:cubicBezTo>
                  <a:cubicBezTo>
                    <a:pt x="388" y="325"/>
                    <a:pt x="382" y="328"/>
                    <a:pt x="379" y="334"/>
                  </a:cubicBezTo>
                  <a:cubicBezTo>
                    <a:pt x="356" y="372"/>
                    <a:pt x="316" y="395"/>
                    <a:pt x="273" y="395"/>
                  </a:cubicBezTo>
                  <a:cubicBezTo>
                    <a:pt x="204" y="395"/>
                    <a:pt x="147" y="340"/>
                    <a:pt x="147" y="270"/>
                  </a:cubicBezTo>
                  <a:cubicBezTo>
                    <a:pt x="147" y="201"/>
                    <a:pt x="203" y="144"/>
                    <a:pt x="273" y="144"/>
                  </a:cubicBezTo>
                  <a:cubicBezTo>
                    <a:pt x="316" y="144"/>
                    <a:pt x="357" y="168"/>
                    <a:pt x="379" y="205"/>
                  </a:cubicBezTo>
                  <a:cubicBezTo>
                    <a:pt x="382" y="211"/>
                    <a:pt x="388" y="214"/>
                    <a:pt x="394" y="214"/>
                  </a:cubicBezTo>
                  <a:lnTo>
                    <a:pt x="394" y="214"/>
                  </a:lnTo>
                  <a:cubicBezTo>
                    <a:pt x="415" y="214"/>
                    <a:pt x="439" y="214"/>
                    <a:pt x="462" y="213"/>
                  </a:cubicBezTo>
                  <a:cubicBezTo>
                    <a:pt x="471" y="213"/>
                    <a:pt x="479" y="205"/>
                    <a:pt x="479" y="195"/>
                  </a:cubicBezTo>
                  <a:cubicBezTo>
                    <a:pt x="479" y="187"/>
                    <a:pt x="472" y="178"/>
                    <a:pt x="462" y="178"/>
                  </a:cubicBezTo>
                  <a:lnTo>
                    <a:pt x="462" y="178"/>
                  </a:lnTo>
                  <a:cubicBezTo>
                    <a:pt x="442" y="178"/>
                    <a:pt x="421" y="178"/>
                    <a:pt x="402" y="178"/>
                  </a:cubicBezTo>
                  <a:cubicBezTo>
                    <a:pt x="373" y="136"/>
                    <a:pt x="324" y="109"/>
                    <a:pt x="271" y="109"/>
                  </a:cubicBezTo>
                  <a:cubicBezTo>
                    <a:pt x="184" y="109"/>
                    <a:pt x="112" y="181"/>
                    <a:pt x="112" y="268"/>
                  </a:cubicBezTo>
                  <a:cubicBezTo>
                    <a:pt x="112" y="356"/>
                    <a:pt x="184" y="427"/>
                    <a:pt x="271" y="427"/>
                  </a:cubicBezTo>
                  <a:cubicBezTo>
                    <a:pt x="324" y="427"/>
                    <a:pt x="373" y="401"/>
                    <a:pt x="402" y="358"/>
                  </a:cubicBezTo>
                  <a:cubicBezTo>
                    <a:pt x="529" y="360"/>
                    <a:pt x="650" y="360"/>
                    <a:pt x="745" y="358"/>
                  </a:cubicBezTo>
                  <a:cubicBezTo>
                    <a:pt x="746" y="415"/>
                    <a:pt x="748" y="472"/>
                    <a:pt x="748" y="530"/>
                  </a:cubicBezTo>
                  <a:cubicBezTo>
                    <a:pt x="748" y="539"/>
                    <a:pt x="755" y="548"/>
                    <a:pt x="765" y="548"/>
                  </a:cubicBezTo>
                  <a:lnTo>
                    <a:pt x="765" y="548"/>
                  </a:lnTo>
                  <a:cubicBezTo>
                    <a:pt x="774" y="548"/>
                    <a:pt x="782" y="541"/>
                    <a:pt x="782" y="530"/>
                  </a:cubicBezTo>
                  <a:cubicBezTo>
                    <a:pt x="782" y="472"/>
                    <a:pt x="781" y="415"/>
                    <a:pt x="780" y="358"/>
                  </a:cubicBezTo>
                  <a:cubicBezTo>
                    <a:pt x="871" y="357"/>
                    <a:pt x="930" y="356"/>
                    <a:pt x="931" y="356"/>
                  </a:cubicBezTo>
                  <a:cubicBezTo>
                    <a:pt x="938" y="356"/>
                    <a:pt x="944" y="351"/>
                    <a:pt x="947" y="344"/>
                  </a:cubicBezTo>
                  <a:cubicBezTo>
                    <a:pt x="947" y="342"/>
                    <a:pt x="969" y="270"/>
                    <a:pt x="946" y="19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60000" rIns="120000" bIns="6000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35"/>
            <p:cNvSpPr/>
            <p:nvPr/>
          </p:nvSpPr>
          <p:spPr>
            <a:xfrm>
              <a:off x="4794120" y="3906720"/>
              <a:ext cx="55080" cy="54720"/>
            </a:xfrm>
            <a:custGeom>
              <a:avLst/>
              <a:gdLst/>
              <a:ahLst/>
              <a:cxnLst/>
              <a:rect l="l" t="t" r="r" b="b"/>
              <a:pathLst>
                <a:path w="153" h="152" extrusionOk="0">
                  <a:moveTo>
                    <a:pt x="17" y="149"/>
                  </a:moveTo>
                  <a:cubicBezTo>
                    <a:pt x="38" y="152"/>
                    <a:pt x="58" y="152"/>
                    <a:pt x="76" y="152"/>
                  </a:cubicBezTo>
                  <a:cubicBezTo>
                    <a:pt x="109" y="152"/>
                    <a:pt x="134" y="149"/>
                    <a:pt x="135" y="149"/>
                  </a:cubicBezTo>
                  <a:cubicBezTo>
                    <a:pt x="143" y="147"/>
                    <a:pt x="149" y="141"/>
                    <a:pt x="150" y="134"/>
                  </a:cubicBezTo>
                  <a:cubicBezTo>
                    <a:pt x="150" y="131"/>
                    <a:pt x="157" y="77"/>
                    <a:pt x="150" y="18"/>
                  </a:cubicBezTo>
                  <a:cubicBezTo>
                    <a:pt x="149" y="10"/>
                    <a:pt x="143" y="3"/>
                    <a:pt x="135" y="3"/>
                  </a:cubicBezTo>
                  <a:cubicBezTo>
                    <a:pt x="74" y="-4"/>
                    <a:pt x="20" y="3"/>
                    <a:pt x="19" y="3"/>
                  </a:cubicBezTo>
                  <a:cubicBezTo>
                    <a:pt x="12" y="5"/>
                    <a:pt x="6" y="10"/>
                    <a:pt x="4" y="18"/>
                  </a:cubicBezTo>
                  <a:cubicBezTo>
                    <a:pt x="4" y="21"/>
                    <a:pt x="-3" y="74"/>
                    <a:pt x="4" y="134"/>
                  </a:cubicBezTo>
                  <a:cubicBezTo>
                    <a:pt x="4" y="141"/>
                    <a:pt x="10" y="147"/>
                    <a:pt x="17" y="149"/>
                  </a:cubicBezTo>
                  <a:moveTo>
                    <a:pt x="35" y="35"/>
                  </a:moveTo>
                  <a:cubicBezTo>
                    <a:pt x="51" y="34"/>
                    <a:pt x="83" y="32"/>
                    <a:pt x="116" y="35"/>
                  </a:cubicBezTo>
                  <a:cubicBezTo>
                    <a:pt x="119" y="69"/>
                    <a:pt x="118" y="99"/>
                    <a:pt x="116" y="117"/>
                  </a:cubicBezTo>
                  <a:cubicBezTo>
                    <a:pt x="100" y="118"/>
                    <a:pt x="68" y="120"/>
                    <a:pt x="35" y="117"/>
                  </a:cubicBezTo>
                  <a:cubicBezTo>
                    <a:pt x="32" y="82"/>
                    <a:pt x="33" y="51"/>
                    <a:pt x="35" y="3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12933" rIns="120000" bIns="12933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35"/>
            <p:cNvSpPr/>
            <p:nvPr/>
          </p:nvSpPr>
          <p:spPr>
            <a:xfrm>
              <a:off x="4719240" y="3906720"/>
              <a:ext cx="55080" cy="54720"/>
            </a:xfrm>
            <a:custGeom>
              <a:avLst/>
              <a:gdLst/>
              <a:ahLst/>
              <a:cxnLst/>
              <a:rect l="l" t="t" r="r" b="b"/>
              <a:pathLst>
                <a:path w="153" h="152" extrusionOk="0">
                  <a:moveTo>
                    <a:pt x="17" y="149"/>
                  </a:moveTo>
                  <a:cubicBezTo>
                    <a:pt x="37" y="152"/>
                    <a:pt x="58" y="152"/>
                    <a:pt x="75" y="152"/>
                  </a:cubicBezTo>
                  <a:cubicBezTo>
                    <a:pt x="109" y="152"/>
                    <a:pt x="134" y="149"/>
                    <a:pt x="135" y="149"/>
                  </a:cubicBezTo>
                  <a:cubicBezTo>
                    <a:pt x="142" y="147"/>
                    <a:pt x="148" y="141"/>
                    <a:pt x="150" y="134"/>
                  </a:cubicBezTo>
                  <a:cubicBezTo>
                    <a:pt x="150" y="131"/>
                    <a:pt x="157" y="77"/>
                    <a:pt x="150" y="18"/>
                  </a:cubicBezTo>
                  <a:cubicBezTo>
                    <a:pt x="148" y="10"/>
                    <a:pt x="142" y="3"/>
                    <a:pt x="135" y="3"/>
                  </a:cubicBezTo>
                  <a:cubicBezTo>
                    <a:pt x="74" y="-4"/>
                    <a:pt x="20" y="3"/>
                    <a:pt x="19" y="3"/>
                  </a:cubicBezTo>
                  <a:cubicBezTo>
                    <a:pt x="11" y="5"/>
                    <a:pt x="5" y="10"/>
                    <a:pt x="4" y="18"/>
                  </a:cubicBezTo>
                  <a:cubicBezTo>
                    <a:pt x="4" y="21"/>
                    <a:pt x="-3" y="74"/>
                    <a:pt x="4" y="134"/>
                  </a:cubicBezTo>
                  <a:cubicBezTo>
                    <a:pt x="4" y="141"/>
                    <a:pt x="10" y="147"/>
                    <a:pt x="17" y="149"/>
                  </a:cubicBezTo>
                  <a:moveTo>
                    <a:pt x="36" y="35"/>
                  </a:moveTo>
                  <a:cubicBezTo>
                    <a:pt x="52" y="34"/>
                    <a:pt x="84" y="32"/>
                    <a:pt x="118" y="35"/>
                  </a:cubicBezTo>
                  <a:cubicBezTo>
                    <a:pt x="121" y="69"/>
                    <a:pt x="119" y="99"/>
                    <a:pt x="118" y="117"/>
                  </a:cubicBezTo>
                  <a:cubicBezTo>
                    <a:pt x="102" y="118"/>
                    <a:pt x="70" y="120"/>
                    <a:pt x="36" y="117"/>
                  </a:cubicBezTo>
                  <a:cubicBezTo>
                    <a:pt x="33" y="82"/>
                    <a:pt x="35" y="51"/>
                    <a:pt x="36" y="3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12933" rIns="120000" bIns="12933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35"/>
            <p:cNvSpPr/>
            <p:nvPr/>
          </p:nvSpPr>
          <p:spPr>
            <a:xfrm>
              <a:off x="4869360" y="3906720"/>
              <a:ext cx="54720" cy="54720"/>
            </a:xfrm>
            <a:custGeom>
              <a:avLst/>
              <a:gdLst/>
              <a:ahLst/>
              <a:cxnLst/>
              <a:rect l="l" t="t" r="r" b="b"/>
              <a:pathLst>
                <a:path w="152" h="152" extrusionOk="0">
                  <a:moveTo>
                    <a:pt x="17" y="149"/>
                  </a:moveTo>
                  <a:cubicBezTo>
                    <a:pt x="37" y="152"/>
                    <a:pt x="58" y="152"/>
                    <a:pt x="75" y="152"/>
                  </a:cubicBezTo>
                  <a:cubicBezTo>
                    <a:pt x="109" y="152"/>
                    <a:pt x="133" y="149"/>
                    <a:pt x="135" y="149"/>
                  </a:cubicBezTo>
                  <a:cubicBezTo>
                    <a:pt x="142" y="147"/>
                    <a:pt x="148" y="141"/>
                    <a:pt x="149" y="134"/>
                  </a:cubicBezTo>
                  <a:cubicBezTo>
                    <a:pt x="149" y="131"/>
                    <a:pt x="157" y="77"/>
                    <a:pt x="149" y="18"/>
                  </a:cubicBezTo>
                  <a:cubicBezTo>
                    <a:pt x="148" y="10"/>
                    <a:pt x="142" y="3"/>
                    <a:pt x="135" y="3"/>
                  </a:cubicBezTo>
                  <a:cubicBezTo>
                    <a:pt x="74" y="-4"/>
                    <a:pt x="20" y="3"/>
                    <a:pt x="18" y="3"/>
                  </a:cubicBezTo>
                  <a:cubicBezTo>
                    <a:pt x="11" y="5"/>
                    <a:pt x="5" y="10"/>
                    <a:pt x="4" y="18"/>
                  </a:cubicBezTo>
                  <a:cubicBezTo>
                    <a:pt x="4" y="21"/>
                    <a:pt x="-4" y="74"/>
                    <a:pt x="4" y="134"/>
                  </a:cubicBezTo>
                  <a:cubicBezTo>
                    <a:pt x="2" y="141"/>
                    <a:pt x="8" y="147"/>
                    <a:pt x="17" y="149"/>
                  </a:cubicBezTo>
                  <a:moveTo>
                    <a:pt x="34" y="35"/>
                  </a:moveTo>
                  <a:cubicBezTo>
                    <a:pt x="50" y="34"/>
                    <a:pt x="82" y="32"/>
                    <a:pt x="116" y="35"/>
                  </a:cubicBezTo>
                  <a:cubicBezTo>
                    <a:pt x="119" y="69"/>
                    <a:pt x="117" y="99"/>
                    <a:pt x="116" y="117"/>
                  </a:cubicBezTo>
                  <a:cubicBezTo>
                    <a:pt x="100" y="118"/>
                    <a:pt x="68" y="120"/>
                    <a:pt x="34" y="117"/>
                  </a:cubicBezTo>
                  <a:cubicBezTo>
                    <a:pt x="31" y="82"/>
                    <a:pt x="33" y="51"/>
                    <a:pt x="34" y="3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12933" rIns="120000" bIns="12933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35"/>
            <p:cNvSpPr/>
            <p:nvPr/>
          </p:nvSpPr>
          <p:spPr>
            <a:xfrm>
              <a:off x="4793760" y="3986280"/>
              <a:ext cx="55440" cy="54720"/>
            </a:xfrm>
            <a:custGeom>
              <a:avLst/>
              <a:gdLst/>
              <a:ahLst/>
              <a:cxnLst/>
              <a:rect l="l" t="t" r="r" b="b"/>
              <a:pathLst>
                <a:path w="154" h="152" extrusionOk="0">
                  <a:moveTo>
                    <a:pt x="4" y="135"/>
                  </a:moveTo>
                  <a:cubicBezTo>
                    <a:pt x="5" y="142"/>
                    <a:pt x="11" y="149"/>
                    <a:pt x="18" y="149"/>
                  </a:cubicBezTo>
                  <a:cubicBezTo>
                    <a:pt x="39" y="152"/>
                    <a:pt x="59" y="152"/>
                    <a:pt x="77" y="152"/>
                  </a:cubicBezTo>
                  <a:cubicBezTo>
                    <a:pt x="110" y="152"/>
                    <a:pt x="135" y="149"/>
                    <a:pt x="136" y="149"/>
                  </a:cubicBezTo>
                  <a:cubicBezTo>
                    <a:pt x="144" y="148"/>
                    <a:pt x="150" y="142"/>
                    <a:pt x="151" y="135"/>
                  </a:cubicBezTo>
                  <a:cubicBezTo>
                    <a:pt x="151" y="132"/>
                    <a:pt x="158" y="78"/>
                    <a:pt x="151" y="18"/>
                  </a:cubicBezTo>
                  <a:cubicBezTo>
                    <a:pt x="150" y="11"/>
                    <a:pt x="144" y="3"/>
                    <a:pt x="136" y="3"/>
                  </a:cubicBezTo>
                  <a:cubicBezTo>
                    <a:pt x="75" y="-4"/>
                    <a:pt x="21" y="3"/>
                    <a:pt x="20" y="3"/>
                  </a:cubicBezTo>
                  <a:cubicBezTo>
                    <a:pt x="13" y="5"/>
                    <a:pt x="7" y="11"/>
                    <a:pt x="5" y="18"/>
                  </a:cubicBezTo>
                  <a:cubicBezTo>
                    <a:pt x="4" y="20"/>
                    <a:pt x="-3" y="73"/>
                    <a:pt x="4" y="135"/>
                  </a:cubicBezTo>
                  <a:moveTo>
                    <a:pt x="36" y="36"/>
                  </a:moveTo>
                  <a:cubicBezTo>
                    <a:pt x="52" y="34"/>
                    <a:pt x="84" y="33"/>
                    <a:pt x="117" y="36"/>
                  </a:cubicBezTo>
                  <a:cubicBezTo>
                    <a:pt x="120" y="69"/>
                    <a:pt x="119" y="100"/>
                    <a:pt x="117" y="117"/>
                  </a:cubicBezTo>
                  <a:cubicBezTo>
                    <a:pt x="101" y="119"/>
                    <a:pt x="69" y="120"/>
                    <a:pt x="36" y="117"/>
                  </a:cubicBezTo>
                  <a:cubicBezTo>
                    <a:pt x="33" y="82"/>
                    <a:pt x="34" y="52"/>
                    <a:pt x="36" y="3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12933" rIns="120000" bIns="12933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35"/>
            <p:cNvSpPr/>
            <p:nvPr/>
          </p:nvSpPr>
          <p:spPr>
            <a:xfrm>
              <a:off x="4718880" y="3986280"/>
              <a:ext cx="55440" cy="54720"/>
            </a:xfrm>
            <a:custGeom>
              <a:avLst/>
              <a:gdLst/>
              <a:ahLst/>
              <a:cxnLst/>
              <a:rect l="l" t="t" r="r" b="b"/>
              <a:pathLst>
                <a:path w="154" h="152" extrusionOk="0">
                  <a:moveTo>
                    <a:pt x="3" y="135"/>
                  </a:moveTo>
                  <a:cubicBezTo>
                    <a:pt x="5" y="142"/>
                    <a:pt x="11" y="149"/>
                    <a:pt x="18" y="149"/>
                  </a:cubicBezTo>
                  <a:cubicBezTo>
                    <a:pt x="38" y="152"/>
                    <a:pt x="59" y="152"/>
                    <a:pt x="76" y="152"/>
                  </a:cubicBezTo>
                  <a:cubicBezTo>
                    <a:pt x="110" y="152"/>
                    <a:pt x="135" y="149"/>
                    <a:pt x="136" y="149"/>
                  </a:cubicBezTo>
                  <a:cubicBezTo>
                    <a:pt x="143" y="148"/>
                    <a:pt x="149" y="142"/>
                    <a:pt x="151" y="135"/>
                  </a:cubicBezTo>
                  <a:cubicBezTo>
                    <a:pt x="151" y="132"/>
                    <a:pt x="158" y="78"/>
                    <a:pt x="151" y="18"/>
                  </a:cubicBezTo>
                  <a:cubicBezTo>
                    <a:pt x="149" y="11"/>
                    <a:pt x="143" y="3"/>
                    <a:pt x="136" y="3"/>
                  </a:cubicBezTo>
                  <a:cubicBezTo>
                    <a:pt x="75" y="-4"/>
                    <a:pt x="21" y="3"/>
                    <a:pt x="20" y="3"/>
                  </a:cubicBezTo>
                  <a:cubicBezTo>
                    <a:pt x="12" y="5"/>
                    <a:pt x="6" y="11"/>
                    <a:pt x="5" y="18"/>
                  </a:cubicBezTo>
                  <a:cubicBezTo>
                    <a:pt x="3" y="20"/>
                    <a:pt x="-4" y="73"/>
                    <a:pt x="3" y="135"/>
                  </a:cubicBezTo>
                  <a:moveTo>
                    <a:pt x="37" y="36"/>
                  </a:moveTo>
                  <a:cubicBezTo>
                    <a:pt x="53" y="34"/>
                    <a:pt x="85" y="33"/>
                    <a:pt x="119" y="36"/>
                  </a:cubicBezTo>
                  <a:cubicBezTo>
                    <a:pt x="122" y="69"/>
                    <a:pt x="120" y="100"/>
                    <a:pt x="119" y="117"/>
                  </a:cubicBezTo>
                  <a:cubicBezTo>
                    <a:pt x="103" y="119"/>
                    <a:pt x="71" y="120"/>
                    <a:pt x="37" y="117"/>
                  </a:cubicBezTo>
                  <a:cubicBezTo>
                    <a:pt x="34" y="82"/>
                    <a:pt x="36" y="52"/>
                    <a:pt x="37" y="3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12933" rIns="120000" bIns="12933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35"/>
            <p:cNvSpPr/>
            <p:nvPr/>
          </p:nvSpPr>
          <p:spPr>
            <a:xfrm>
              <a:off x="4868280" y="3986280"/>
              <a:ext cx="55800" cy="54720"/>
            </a:xfrm>
            <a:custGeom>
              <a:avLst/>
              <a:gdLst/>
              <a:ahLst/>
              <a:cxnLst/>
              <a:rect l="l" t="t" r="r" b="b"/>
              <a:pathLst>
                <a:path w="155" h="152" extrusionOk="0">
                  <a:moveTo>
                    <a:pt x="5" y="135"/>
                  </a:moveTo>
                  <a:cubicBezTo>
                    <a:pt x="7" y="142"/>
                    <a:pt x="12" y="149"/>
                    <a:pt x="20" y="149"/>
                  </a:cubicBezTo>
                  <a:cubicBezTo>
                    <a:pt x="40" y="152"/>
                    <a:pt x="61" y="152"/>
                    <a:pt x="78" y="152"/>
                  </a:cubicBezTo>
                  <a:cubicBezTo>
                    <a:pt x="112" y="152"/>
                    <a:pt x="136" y="149"/>
                    <a:pt x="138" y="149"/>
                  </a:cubicBezTo>
                  <a:cubicBezTo>
                    <a:pt x="145" y="148"/>
                    <a:pt x="151" y="142"/>
                    <a:pt x="152" y="135"/>
                  </a:cubicBezTo>
                  <a:cubicBezTo>
                    <a:pt x="152" y="132"/>
                    <a:pt x="160" y="78"/>
                    <a:pt x="152" y="18"/>
                  </a:cubicBezTo>
                  <a:cubicBezTo>
                    <a:pt x="151" y="11"/>
                    <a:pt x="145" y="3"/>
                    <a:pt x="138" y="3"/>
                  </a:cubicBezTo>
                  <a:cubicBezTo>
                    <a:pt x="77" y="-4"/>
                    <a:pt x="23" y="3"/>
                    <a:pt x="21" y="3"/>
                  </a:cubicBezTo>
                  <a:cubicBezTo>
                    <a:pt x="14" y="5"/>
                    <a:pt x="8" y="11"/>
                    <a:pt x="7" y="18"/>
                  </a:cubicBezTo>
                  <a:cubicBezTo>
                    <a:pt x="4" y="20"/>
                    <a:pt x="-4" y="73"/>
                    <a:pt x="5" y="135"/>
                  </a:cubicBezTo>
                  <a:moveTo>
                    <a:pt x="37" y="36"/>
                  </a:moveTo>
                  <a:cubicBezTo>
                    <a:pt x="53" y="34"/>
                    <a:pt x="85" y="33"/>
                    <a:pt x="119" y="36"/>
                  </a:cubicBezTo>
                  <a:cubicBezTo>
                    <a:pt x="122" y="69"/>
                    <a:pt x="120" y="100"/>
                    <a:pt x="119" y="117"/>
                  </a:cubicBezTo>
                  <a:cubicBezTo>
                    <a:pt x="103" y="119"/>
                    <a:pt x="71" y="120"/>
                    <a:pt x="37" y="117"/>
                  </a:cubicBezTo>
                  <a:cubicBezTo>
                    <a:pt x="34" y="82"/>
                    <a:pt x="36" y="52"/>
                    <a:pt x="37" y="3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12933" rIns="120000" bIns="12933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35"/>
            <p:cNvSpPr/>
            <p:nvPr/>
          </p:nvSpPr>
          <p:spPr>
            <a:xfrm>
              <a:off x="4761000" y="3804480"/>
              <a:ext cx="36720" cy="36720"/>
            </a:xfrm>
            <a:custGeom>
              <a:avLst/>
              <a:gdLst/>
              <a:ahLst/>
              <a:cxnLst/>
              <a:rect l="l" t="t" r="r" b="b"/>
              <a:pathLst>
                <a:path w="102" h="102" extrusionOk="0">
                  <a:moveTo>
                    <a:pt x="0" y="51"/>
                  </a:moveTo>
                  <a:cubicBezTo>
                    <a:pt x="0" y="79"/>
                    <a:pt x="23" y="102"/>
                    <a:pt x="51" y="102"/>
                  </a:cubicBezTo>
                  <a:cubicBezTo>
                    <a:pt x="79" y="102"/>
                    <a:pt x="102" y="79"/>
                    <a:pt x="102" y="51"/>
                  </a:cubicBezTo>
                  <a:cubicBezTo>
                    <a:pt x="102" y="23"/>
                    <a:pt x="79" y="0"/>
                    <a:pt x="51" y="0"/>
                  </a:cubicBezTo>
                  <a:cubicBezTo>
                    <a:pt x="23" y="0"/>
                    <a:pt x="0" y="22"/>
                    <a:pt x="0" y="51"/>
                  </a:cubicBezTo>
                  <a:moveTo>
                    <a:pt x="69" y="51"/>
                  </a:moveTo>
                  <a:cubicBezTo>
                    <a:pt x="69" y="60"/>
                    <a:pt x="61" y="69"/>
                    <a:pt x="51" y="69"/>
                  </a:cubicBezTo>
                  <a:cubicBezTo>
                    <a:pt x="41" y="69"/>
                    <a:pt x="34" y="61"/>
                    <a:pt x="34" y="51"/>
                  </a:cubicBezTo>
                  <a:cubicBezTo>
                    <a:pt x="34" y="42"/>
                    <a:pt x="41" y="34"/>
                    <a:pt x="51" y="34"/>
                  </a:cubicBezTo>
                  <a:cubicBezTo>
                    <a:pt x="61" y="34"/>
                    <a:pt x="69" y="41"/>
                    <a:pt x="69" y="5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0" rIns="120000" bIns="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35"/>
            <p:cNvSpPr/>
            <p:nvPr/>
          </p:nvSpPr>
          <p:spPr>
            <a:xfrm>
              <a:off x="4815000" y="410076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35" h="35" extrusionOk="0">
                  <a:moveTo>
                    <a:pt x="35" y="18"/>
                  </a:moveTo>
                  <a:cubicBezTo>
                    <a:pt x="35" y="21"/>
                    <a:pt x="34" y="24"/>
                    <a:pt x="33" y="26"/>
                  </a:cubicBezTo>
                  <a:cubicBezTo>
                    <a:pt x="31" y="29"/>
                    <a:pt x="28" y="32"/>
                    <a:pt x="26" y="33"/>
                  </a:cubicBezTo>
                  <a:cubicBezTo>
                    <a:pt x="23" y="35"/>
                    <a:pt x="21" y="35"/>
                    <a:pt x="18" y="35"/>
                  </a:cubicBezTo>
                  <a:cubicBezTo>
                    <a:pt x="15" y="35"/>
                    <a:pt x="12" y="35"/>
                    <a:pt x="9" y="33"/>
                  </a:cubicBezTo>
                  <a:cubicBezTo>
                    <a:pt x="6" y="32"/>
                    <a:pt x="4" y="29"/>
                    <a:pt x="3" y="26"/>
                  </a:cubicBezTo>
                  <a:cubicBezTo>
                    <a:pt x="1" y="24"/>
                    <a:pt x="0" y="21"/>
                    <a:pt x="0" y="18"/>
                  </a:cubicBezTo>
                  <a:cubicBezTo>
                    <a:pt x="0" y="15"/>
                    <a:pt x="1" y="12"/>
                    <a:pt x="3" y="9"/>
                  </a:cubicBezTo>
                  <a:cubicBezTo>
                    <a:pt x="4" y="6"/>
                    <a:pt x="6" y="5"/>
                    <a:pt x="9" y="3"/>
                  </a:cubicBezTo>
                  <a:cubicBezTo>
                    <a:pt x="12" y="2"/>
                    <a:pt x="15" y="0"/>
                    <a:pt x="18" y="0"/>
                  </a:cubicBezTo>
                  <a:cubicBezTo>
                    <a:pt x="21" y="0"/>
                    <a:pt x="23" y="2"/>
                    <a:pt x="26" y="3"/>
                  </a:cubicBezTo>
                  <a:cubicBezTo>
                    <a:pt x="28" y="5"/>
                    <a:pt x="31" y="6"/>
                    <a:pt x="33" y="9"/>
                  </a:cubicBezTo>
                  <a:cubicBezTo>
                    <a:pt x="34" y="12"/>
                    <a:pt x="35" y="15"/>
                    <a:pt x="35" y="1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0" rIns="120000" bIns="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35"/>
            <p:cNvSpPr/>
            <p:nvPr/>
          </p:nvSpPr>
          <p:spPr>
            <a:xfrm>
              <a:off x="4773240" y="410040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35" h="35" extrusionOk="0">
                  <a:moveTo>
                    <a:pt x="35" y="17"/>
                  </a:moveTo>
                  <a:cubicBezTo>
                    <a:pt x="35" y="20"/>
                    <a:pt x="33" y="23"/>
                    <a:pt x="32" y="26"/>
                  </a:cubicBezTo>
                  <a:cubicBezTo>
                    <a:pt x="30" y="29"/>
                    <a:pt x="29" y="31"/>
                    <a:pt x="26" y="32"/>
                  </a:cubicBezTo>
                  <a:cubicBezTo>
                    <a:pt x="23" y="34"/>
                    <a:pt x="20" y="35"/>
                    <a:pt x="17" y="35"/>
                  </a:cubicBezTo>
                  <a:cubicBezTo>
                    <a:pt x="14" y="35"/>
                    <a:pt x="10" y="34"/>
                    <a:pt x="8" y="32"/>
                  </a:cubicBezTo>
                  <a:cubicBezTo>
                    <a:pt x="5" y="31"/>
                    <a:pt x="4" y="29"/>
                    <a:pt x="2" y="26"/>
                  </a:cubicBezTo>
                  <a:cubicBezTo>
                    <a:pt x="0" y="23"/>
                    <a:pt x="0" y="20"/>
                    <a:pt x="0" y="17"/>
                  </a:cubicBezTo>
                  <a:cubicBezTo>
                    <a:pt x="0" y="14"/>
                    <a:pt x="0" y="11"/>
                    <a:pt x="2" y="8"/>
                  </a:cubicBezTo>
                  <a:cubicBezTo>
                    <a:pt x="4" y="6"/>
                    <a:pt x="5" y="4"/>
                    <a:pt x="8" y="2"/>
                  </a:cubicBezTo>
                  <a:cubicBezTo>
                    <a:pt x="10" y="1"/>
                    <a:pt x="14" y="0"/>
                    <a:pt x="17" y="0"/>
                  </a:cubicBezTo>
                  <a:cubicBezTo>
                    <a:pt x="20" y="0"/>
                    <a:pt x="23" y="1"/>
                    <a:pt x="26" y="2"/>
                  </a:cubicBezTo>
                  <a:cubicBezTo>
                    <a:pt x="29" y="4"/>
                    <a:pt x="31" y="6"/>
                    <a:pt x="32" y="8"/>
                  </a:cubicBezTo>
                  <a:cubicBezTo>
                    <a:pt x="34" y="11"/>
                    <a:pt x="35" y="14"/>
                    <a:pt x="35" y="1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0" rIns="120000" bIns="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35"/>
            <p:cNvSpPr/>
            <p:nvPr/>
          </p:nvSpPr>
          <p:spPr>
            <a:xfrm>
              <a:off x="4857120" y="410040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35" h="35" extrusionOk="0">
                  <a:moveTo>
                    <a:pt x="35" y="17"/>
                  </a:moveTo>
                  <a:cubicBezTo>
                    <a:pt x="35" y="20"/>
                    <a:pt x="33" y="23"/>
                    <a:pt x="32" y="26"/>
                  </a:cubicBezTo>
                  <a:cubicBezTo>
                    <a:pt x="30" y="29"/>
                    <a:pt x="29" y="31"/>
                    <a:pt x="26" y="32"/>
                  </a:cubicBezTo>
                  <a:cubicBezTo>
                    <a:pt x="23" y="34"/>
                    <a:pt x="20" y="35"/>
                    <a:pt x="17" y="35"/>
                  </a:cubicBezTo>
                  <a:cubicBezTo>
                    <a:pt x="14" y="35"/>
                    <a:pt x="10" y="34"/>
                    <a:pt x="8" y="32"/>
                  </a:cubicBezTo>
                  <a:cubicBezTo>
                    <a:pt x="5" y="31"/>
                    <a:pt x="3" y="29"/>
                    <a:pt x="2" y="26"/>
                  </a:cubicBezTo>
                  <a:cubicBezTo>
                    <a:pt x="0" y="23"/>
                    <a:pt x="0" y="20"/>
                    <a:pt x="0" y="17"/>
                  </a:cubicBezTo>
                  <a:cubicBezTo>
                    <a:pt x="0" y="14"/>
                    <a:pt x="1" y="11"/>
                    <a:pt x="2" y="8"/>
                  </a:cubicBezTo>
                  <a:cubicBezTo>
                    <a:pt x="4" y="6"/>
                    <a:pt x="5" y="4"/>
                    <a:pt x="8" y="2"/>
                  </a:cubicBezTo>
                  <a:cubicBezTo>
                    <a:pt x="10" y="1"/>
                    <a:pt x="14" y="0"/>
                    <a:pt x="17" y="0"/>
                  </a:cubicBezTo>
                  <a:cubicBezTo>
                    <a:pt x="20" y="0"/>
                    <a:pt x="23" y="1"/>
                    <a:pt x="26" y="2"/>
                  </a:cubicBezTo>
                  <a:cubicBezTo>
                    <a:pt x="29" y="4"/>
                    <a:pt x="31" y="6"/>
                    <a:pt x="32" y="8"/>
                  </a:cubicBezTo>
                  <a:cubicBezTo>
                    <a:pt x="34" y="11"/>
                    <a:pt x="35" y="14"/>
                    <a:pt x="35" y="1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0" rIns="120000" bIns="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8" name="Google Shape;418;p35"/>
          <p:cNvGrpSpPr/>
          <p:nvPr/>
        </p:nvGrpSpPr>
        <p:grpSpPr>
          <a:xfrm>
            <a:off x="4705179" y="2293464"/>
            <a:ext cx="561600" cy="562080"/>
            <a:chOff x="6298560" y="3724920"/>
            <a:chExt cx="421200" cy="421560"/>
          </a:xfrm>
        </p:grpSpPr>
        <p:sp>
          <p:nvSpPr>
            <p:cNvPr id="419" name="Google Shape;419;p35"/>
            <p:cNvSpPr/>
            <p:nvPr/>
          </p:nvSpPr>
          <p:spPr>
            <a:xfrm>
              <a:off x="6595920" y="4076280"/>
              <a:ext cx="35280" cy="70200"/>
            </a:xfrm>
            <a:custGeom>
              <a:avLst/>
              <a:gdLst/>
              <a:ahLst/>
              <a:cxnLst/>
              <a:rect l="l" t="t" r="r" b="b"/>
              <a:pathLst>
                <a:path w="98" h="195" extrusionOk="0">
                  <a:moveTo>
                    <a:pt x="71" y="3"/>
                  </a:moveTo>
                  <a:cubicBezTo>
                    <a:pt x="49" y="19"/>
                    <a:pt x="29" y="35"/>
                    <a:pt x="7" y="49"/>
                  </a:cubicBezTo>
                  <a:cubicBezTo>
                    <a:pt x="3" y="52"/>
                    <a:pt x="0" y="59"/>
                    <a:pt x="0" y="65"/>
                  </a:cubicBezTo>
                  <a:cubicBezTo>
                    <a:pt x="0" y="65"/>
                    <a:pt x="6" y="124"/>
                    <a:pt x="0" y="176"/>
                  </a:cubicBezTo>
                  <a:cubicBezTo>
                    <a:pt x="-2" y="185"/>
                    <a:pt x="6" y="193"/>
                    <a:pt x="14" y="195"/>
                  </a:cubicBezTo>
                  <a:lnTo>
                    <a:pt x="16" y="195"/>
                  </a:lnTo>
                  <a:cubicBezTo>
                    <a:pt x="25" y="195"/>
                    <a:pt x="32" y="189"/>
                    <a:pt x="33" y="180"/>
                  </a:cubicBezTo>
                  <a:cubicBezTo>
                    <a:pt x="38" y="138"/>
                    <a:pt x="36" y="93"/>
                    <a:pt x="35" y="73"/>
                  </a:cubicBezTo>
                  <a:cubicBezTo>
                    <a:pt x="54" y="59"/>
                    <a:pt x="73" y="45"/>
                    <a:pt x="92" y="30"/>
                  </a:cubicBezTo>
                  <a:cubicBezTo>
                    <a:pt x="99" y="24"/>
                    <a:pt x="100" y="14"/>
                    <a:pt x="94" y="7"/>
                  </a:cubicBezTo>
                  <a:cubicBezTo>
                    <a:pt x="90" y="-2"/>
                    <a:pt x="78" y="-3"/>
                    <a:pt x="71" y="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33600" rIns="120000" bIns="3360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35"/>
            <p:cNvSpPr/>
            <p:nvPr/>
          </p:nvSpPr>
          <p:spPr>
            <a:xfrm>
              <a:off x="6518520" y="3840120"/>
              <a:ext cx="201240" cy="306360"/>
            </a:xfrm>
            <a:custGeom>
              <a:avLst/>
              <a:gdLst/>
              <a:ahLst/>
              <a:cxnLst/>
              <a:rect l="l" t="t" r="r" b="b"/>
              <a:pathLst>
                <a:path w="559" h="851" extrusionOk="0">
                  <a:moveTo>
                    <a:pt x="559" y="19"/>
                  </a:moveTo>
                  <a:cubicBezTo>
                    <a:pt x="559" y="15"/>
                    <a:pt x="557" y="10"/>
                    <a:pt x="554" y="6"/>
                  </a:cubicBezTo>
                  <a:cubicBezTo>
                    <a:pt x="551" y="3"/>
                    <a:pt x="547" y="0"/>
                    <a:pt x="541" y="0"/>
                  </a:cubicBezTo>
                  <a:cubicBezTo>
                    <a:pt x="476" y="0"/>
                    <a:pt x="438" y="22"/>
                    <a:pt x="419" y="74"/>
                  </a:cubicBezTo>
                  <a:cubicBezTo>
                    <a:pt x="391" y="77"/>
                    <a:pt x="369" y="88"/>
                    <a:pt x="352" y="105"/>
                  </a:cubicBezTo>
                  <a:cubicBezTo>
                    <a:pt x="302" y="157"/>
                    <a:pt x="308" y="268"/>
                    <a:pt x="314" y="366"/>
                  </a:cubicBezTo>
                  <a:cubicBezTo>
                    <a:pt x="314" y="369"/>
                    <a:pt x="314" y="372"/>
                    <a:pt x="314" y="375"/>
                  </a:cubicBezTo>
                  <a:cubicBezTo>
                    <a:pt x="296" y="372"/>
                    <a:pt x="279" y="375"/>
                    <a:pt x="259" y="383"/>
                  </a:cubicBezTo>
                  <a:cubicBezTo>
                    <a:pt x="212" y="402"/>
                    <a:pt x="158" y="450"/>
                    <a:pt x="69" y="529"/>
                  </a:cubicBezTo>
                  <a:cubicBezTo>
                    <a:pt x="52" y="545"/>
                    <a:pt x="33" y="561"/>
                    <a:pt x="11" y="580"/>
                  </a:cubicBezTo>
                  <a:cubicBezTo>
                    <a:pt x="8" y="583"/>
                    <a:pt x="5" y="588"/>
                    <a:pt x="5" y="592"/>
                  </a:cubicBezTo>
                  <a:cubicBezTo>
                    <a:pt x="5" y="597"/>
                    <a:pt x="-7" y="705"/>
                    <a:pt x="4" y="835"/>
                  </a:cubicBezTo>
                  <a:cubicBezTo>
                    <a:pt x="4" y="844"/>
                    <a:pt x="12" y="851"/>
                    <a:pt x="21" y="851"/>
                  </a:cubicBezTo>
                  <a:lnTo>
                    <a:pt x="22" y="851"/>
                  </a:lnTo>
                  <a:cubicBezTo>
                    <a:pt x="31" y="851"/>
                    <a:pt x="39" y="842"/>
                    <a:pt x="39" y="832"/>
                  </a:cubicBezTo>
                  <a:cubicBezTo>
                    <a:pt x="30" y="723"/>
                    <a:pt x="37" y="627"/>
                    <a:pt x="39" y="602"/>
                  </a:cubicBezTo>
                  <a:cubicBezTo>
                    <a:pt x="57" y="586"/>
                    <a:pt x="75" y="570"/>
                    <a:pt x="91" y="555"/>
                  </a:cubicBezTo>
                  <a:cubicBezTo>
                    <a:pt x="259" y="408"/>
                    <a:pt x="296" y="379"/>
                    <a:pt x="356" y="439"/>
                  </a:cubicBezTo>
                  <a:cubicBezTo>
                    <a:pt x="333" y="459"/>
                    <a:pt x="279" y="507"/>
                    <a:pt x="219" y="555"/>
                  </a:cubicBezTo>
                  <a:cubicBezTo>
                    <a:pt x="212" y="561"/>
                    <a:pt x="210" y="571"/>
                    <a:pt x="216" y="580"/>
                  </a:cubicBezTo>
                  <a:cubicBezTo>
                    <a:pt x="222" y="587"/>
                    <a:pt x="232" y="589"/>
                    <a:pt x="241" y="583"/>
                  </a:cubicBezTo>
                  <a:cubicBezTo>
                    <a:pt x="323" y="516"/>
                    <a:pt x="393" y="453"/>
                    <a:pt x="393" y="453"/>
                  </a:cubicBezTo>
                  <a:cubicBezTo>
                    <a:pt x="395" y="450"/>
                    <a:pt x="398" y="447"/>
                    <a:pt x="398" y="442"/>
                  </a:cubicBezTo>
                  <a:cubicBezTo>
                    <a:pt x="398" y="438"/>
                    <a:pt x="397" y="433"/>
                    <a:pt x="394" y="430"/>
                  </a:cubicBezTo>
                  <a:cubicBezTo>
                    <a:pt x="388" y="424"/>
                    <a:pt x="382" y="418"/>
                    <a:pt x="378" y="412"/>
                  </a:cubicBezTo>
                  <a:lnTo>
                    <a:pt x="428" y="367"/>
                  </a:lnTo>
                  <a:cubicBezTo>
                    <a:pt x="430" y="364"/>
                    <a:pt x="433" y="360"/>
                    <a:pt x="433" y="354"/>
                  </a:cubicBezTo>
                  <a:cubicBezTo>
                    <a:pt x="433" y="227"/>
                    <a:pt x="433" y="144"/>
                    <a:pt x="448" y="95"/>
                  </a:cubicBezTo>
                  <a:cubicBezTo>
                    <a:pt x="460" y="57"/>
                    <a:pt x="480" y="39"/>
                    <a:pt x="522" y="37"/>
                  </a:cubicBezTo>
                  <a:cubicBezTo>
                    <a:pt x="519" y="92"/>
                    <a:pt x="512" y="261"/>
                    <a:pt x="522" y="440"/>
                  </a:cubicBezTo>
                  <a:cubicBezTo>
                    <a:pt x="505" y="459"/>
                    <a:pt x="439" y="529"/>
                    <a:pt x="347" y="608"/>
                  </a:cubicBezTo>
                  <a:cubicBezTo>
                    <a:pt x="340" y="613"/>
                    <a:pt x="339" y="625"/>
                    <a:pt x="346" y="632"/>
                  </a:cubicBezTo>
                  <a:cubicBezTo>
                    <a:pt x="349" y="637"/>
                    <a:pt x="355" y="638"/>
                    <a:pt x="359" y="638"/>
                  </a:cubicBezTo>
                  <a:cubicBezTo>
                    <a:pt x="363" y="638"/>
                    <a:pt x="366" y="637"/>
                    <a:pt x="371" y="634"/>
                  </a:cubicBezTo>
                  <a:cubicBezTo>
                    <a:pt x="480" y="542"/>
                    <a:pt x="553" y="459"/>
                    <a:pt x="554" y="458"/>
                  </a:cubicBezTo>
                  <a:cubicBezTo>
                    <a:pt x="557" y="455"/>
                    <a:pt x="559" y="450"/>
                    <a:pt x="559" y="444"/>
                  </a:cubicBezTo>
                  <a:cubicBezTo>
                    <a:pt x="546" y="226"/>
                    <a:pt x="559" y="22"/>
                    <a:pt x="559" y="19"/>
                  </a:cubicBezTo>
                  <a:moveTo>
                    <a:pt x="401" y="345"/>
                  </a:moveTo>
                  <a:lnTo>
                    <a:pt x="353" y="389"/>
                  </a:lnTo>
                  <a:lnTo>
                    <a:pt x="352" y="389"/>
                  </a:lnTo>
                  <a:cubicBezTo>
                    <a:pt x="352" y="382"/>
                    <a:pt x="350" y="373"/>
                    <a:pt x="350" y="366"/>
                  </a:cubicBezTo>
                  <a:cubicBezTo>
                    <a:pt x="344" y="275"/>
                    <a:pt x="339" y="173"/>
                    <a:pt x="378" y="131"/>
                  </a:cubicBezTo>
                  <a:cubicBezTo>
                    <a:pt x="387" y="122"/>
                    <a:pt x="397" y="117"/>
                    <a:pt x="410" y="112"/>
                  </a:cubicBezTo>
                  <a:cubicBezTo>
                    <a:pt x="401" y="165"/>
                    <a:pt x="401" y="240"/>
                    <a:pt x="401" y="34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60000" rIns="120000" bIns="6000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35"/>
            <p:cNvSpPr/>
            <p:nvPr/>
          </p:nvSpPr>
          <p:spPr>
            <a:xfrm>
              <a:off x="6440760" y="4009320"/>
              <a:ext cx="57600" cy="137160"/>
            </a:xfrm>
            <a:custGeom>
              <a:avLst/>
              <a:gdLst/>
              <a:ahLst/>
              <a:cxnLst/>
              <a:rect l="l" t="t" r="r" b="b"/>
              <a:pathLst>
                <a:path w="160" h="381" extrusionOk="0">
                  <a:moveTo>
                    <a:pt x="150" y="110"/>
                  </a:moveTo>
                  <a:cubicBezTo>
                    <a:pt x="129" y="92"/>
                    <a:pt x="110" y="75"/>
                    <a:pt x="91" y="59"/>
                  </a:cubicBezTo>
                  <a:cubicBezTo>
                    <a:pt x="68" y="39"/>
                    <a:pt x="48" y="20"/>
                    <a:pt x="29" y="4"/>
                  </a:cubicBezTo>
                  <a:cubicBezTo>
                    <a:pt x="21" y="-2"/>
                    <a:pt x="11" y="-2"/>
                    <a:pt x="4" y="5"/>
                  </a:cubicBezTo>
                  <a:cubicBezTo>
                    <a:pt x="-2" y="12"/>
                    <a:pt x="-2" y="23"/>
                    <a:pt x="5" y="30"/>
                  </a:cubicBezTo>
                  <a:cubicBezTo>
                    <a:pt x="24" y="46"/>
                    <a:pt x="45" y="63"/>
                    <a:pt x="68" y="85"/>
                  </a:cubicBezTo>
                  <a:cubicBezTo>
                    <a:pt x="84" y="100"/>
                    <a:pt x="102" y="114"/>
                    <a:pt x="120" y="132"/>
                  </a:cubicBezTo>
                  <a:cubicBezTo>
                    <a:pt x="122" y="158"/>
                    <a:pt x="129" y="253"/>
                    <a:pt x="120" y="362"/>
                  </a:cubicBezTo>
                  <a:cubicBezTo>
                    <a:pt x="120" y="371"/>
                    <a:pt x="126" y="379"/>
                    <a:pt x="137" y="381"/>
                  </a:cubicBezTo>
                  <a:lnTo>
                    <a:pt x="138" y="381"/>
                  </a:lnTo>
                  <a:cubicBezTo>
                    <a:pt x="147" y="381"/>
                    <a:pt x="154" y="374"/>
                    <a:pt x="155" y="365"/>
                  </a:cubicBezTo>
                  <a:cubicBezTo>
                    <a:pt x="166" y="235"/>
                    <a:pt x="154" y="126"/>
                    <a:pt x="154" y="122"/>
                  </a:cubicBezTo>
                  <a:cubicBezTo>
                    <a:pt x="155" y="117"/>
                    <a:pt x="153" y="113"/>
                    <a:pt x="150" y="1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60000" rIns="120000" bIns="6000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35"/>
            <p:cNvSpPr/>
            <p:nvPr/>
          </p:nvSpPr>
          <p:spPr>
            <a:xfrm>
              <a:off x="6298560" y="3840840"/>
              <a:ext cx="130680" cy="305640"/>
            </a:xfrm>
            <a:custGeom>
              <a:avLst/>
              <a:gdLst/>
              <a:ahLst/>
              <a:cxnLst/>
              <a:rect l="l" t="t" r="r" b="b"/>
              <a:pathLst>
                <a:path w="363" h="849" extrusionOk="0">
                  <a:moveTo>
                    <a:pt x="357" y="418"/>
                  </a:moveTo>
                  <a:cubicBezTo>
                    <a:pt x="310" y="384"/>
                    <a:pt x="275" y="368"/>
                    <a:pt x="242" y="374"/>
                  </a:cubicBezTo>
                  <a:cubicBezTo>
                    <a:pt x="242" y="371"/>
                    <a:pt x="242" y="368"/>
                    <a:pt x="242" y="364"/>
                  </a:cubicBezTo>
                  <a:cubicBezTo>
                    <a:pt x="247" y="266"/>
                    <a:pt x="255" y="157"/>
                    <a:pt x="205" y="104"/>
                  </a:cubicBezTo>
                  <a:cubicBezTo>
                    <a:pt x="188" y="87"/>
                    <a:pt x="166" y="77"/>
                    <a:pt x="140" y="74"/>
                  </a:cubicBezTo>
                  <a:cubicBezTo>
                    <a:pt x="121" y="21"/>
                    <a:pt x="84" y="0"/>
                    <a:pt x="17" y="0"/>
                  </a:cubicBezTo>
                  <a:cubicBezTo>
                    <a:pt x="13" y="0"/>
                    <a:pt x="8" y="1"/>
                    <a:pt x="4" y="5"/>
                  </a:cubicBezTo>
                  <a:cubicBezTo>
                    <a:pt x="1" y="8"/>
                    <a:pt x="0" y="14"/>
                    <a:pt x="0" y="19"/>
                  </a:cubicBezTo>
                  <a:cubicBezTo>
                    <a:pt x="13" y="222"/>
                    <a:pt x="13" y="222"/>
                    <a:pt x="0" y="444"/>
                  </a:cubicBezTo>
                  <a:cubicBezTo>
                    <a:pt x="0" y="448"/>
                    <a:pt x="1" y="453"/>
                    <a:pt x="4" y="457"/>
                  </a:cubicBezTo>
                  <a:cubicBezTo>
                    <a:pt x="6" y="458"/>
                    <a:pt x="135" y="604"/>
                    <a:pt x="307" y="727"/>
                  </a:cubicBezTo>
                  <a:cubicBezTo>
                    <a:pt x="306" y="747"/>
                    <a:pt x="303" y="792"/>
                    <a:pt x="309" y="834"/>
                  </a:cubicBezTo>
                  <a:cubicBezTo>
                    <a:pt x="310" y="843"/>
                    <a:pt x="317" y="849"/>
                    <a:pt x="326" y="849"/>
                  </a:cubicBezTo>
                  <a:lnTo>
                    <a:pt x="328" y="849"/>
                  </a:lnTo>
                  <a:cubicBezTo>
                    <a:pt x="336" y="847"/>
                    <a:pt x="344" y="839"/>
                    <a:pt x="342" y="830"/>
                  </a:cubicBezTo>
                  <a:cubicBezTo>
                    <a:pt x="336" y="779"/>
                    <a:pt x="342" y="721"/>
                    <a:pt x="342" y="719"/>
                  </a:cubicBezTo>
                  <a:cubicBezTo>
                    <a:pt x="342" y="713"/>
                    <a:pt x="341" y="708"/>
                    <a:pt x="335" y="703"/>
                  </a:cubicBezTo>
                  <a:cubicBezTo>
                    <a:pt x="180" y="594"/>
                    <a:pt x="58" y="466"/>
                    <a:pt x="33" y="438"/>
                  </a:cubicBezTo>
                  <a:cubicBezTo>
                    <a:pt x="46" y="228"/>
                    <a:pt x="46" y="220"/>
                    <a:pt x="35" y="35"/>
                  </a:cubicBezTo>
                  <a:cubicBezTo>
                    <a:pt x="77" y="37"/>
                    <a:pt x="97" y="55"/>
                    <a:pt x="108" y="93"/>
                  </a:cubicBezTo>
                  <a:cubicBezTo>
                    <a:pt x="122" y="142"/>
                    <a:pt x="122" y="225"/>
                    <a:pt x="122" y="352"/>
                  </a:cubicBezTo>
                  <a:cubicBezTo>
                    <a:pt x="122" y="357"/>
                    <a:pt x="124" y="361"/>
                    <a:pt x="128" y="365"/>
                  </a:cubicBezTo>
                  <a:lnTo>
                    <a:pt x="177" y="410"/>
                  </a:lnTo>
                  <a:cubicBezTo>
                    <a:pt x="172" y="415"/>
                    <a:pt x="166" y="421"/>
                    <a:pt x="161" y="428"/>
                  </a:cubicBezTo>
                  <a:cubicBezTo>
                    <a:pt x="159" y="431"/>
                    <a:pt x="157" y="436"/>
                    <a:pt x="157" y="440"/>
                  </a:cubicBezTo>
                  <a:cubicBezTo>
                    <a:pt x="157" y="445"/>
                    <a:pt x="160" y="448"/>
                    <a:pt x="163" y="451"/>
                  </a:cubicBezTo>
                  <a:cubicBezTo>
                    <a:pt x="163" y="451"/>
                    <a:pt x="233" y="514"/>
                    <a:pt x="314" y="581"/>
                  </a:cubicBezTo>
                  <a:cubicBezTo>
                    <a:pt x="317" y="584"/>
                    <a:pt x="322" y="585"/>
                    <a:pt x="325" y="585"/>
                  </a:cubicBezTo>
                  <a:cubicBezTo>
                    <a:pt x="329" y="585"/>
                    <a:pt x="335" y="584"/>
                    <a:pt x="338" y="579"/>
                  </a:cubicBezTo>
                  <a:cubicBezTo>
                    <a:pt x="344" y="572"/>
                    <a:pt x="342" y="562"/>
                    <a:pt x="335" y="555"/>
                  </a:cubicBezTo>
                  <a:cubicBezTo>
                    <a:pt x="275" y="505"/>
                    <a:pt x="221" y="458"/>
                    <a:pt x="198" y="438"/>
                  </a:cubicBezTo>
                  <a:cubicBezTo>
                    <a:pt x="218" y="419"/>
                    <a:pt x="234" y="410"/>
                    <a:pt x="252" y="409"/>
                  </a:cubicBezTo>
                  <a:cubicBezTo>
                    <a:pt x="272" y="409"/>
                    <a:pt x="298" y="421"/>
                    <a:pt x="335" y="447"/>
                  </a:cubicBezTo>
                  <a:cubicBezTo>
                    <a:pt x="342" y="453"/>
                    <a:pt x="354" y="451"/>
                    <a:pt x="358" y="444"/>
                  </a:cubicBezTo>
                  <a:cubicBezTo>
                    <a:pt x="365" y="434"/>
                    <a:pt x="364" y="424"/>
                    <a:pt x="357" y="418"/>
                  </a:cubicBezTo>
                  <a:moveTo>
                    <a:pt x="208" y="362"/>
                  </a:moveTo>
                  <a:cubicBezTo>
                    <a:pt x="208" y="371"/>
                    <a:pt x="207" y="378"/>
                    <a:pt x="207" y="387"/>
                  </a:cubicBezTo>
                  <a:lnTo>
                    <a:pt x="207" y="387"/>
                  </a:lnTo>
                  <a:lnTo>
                    <a:pt x="159" y="343"/>
                  </a:lnTo>
                  <a:cubicBezTo>
                    <a:pt x="159" y="238"/>
                    <a:pt x="159" y="163"/>
                    <a:pt x="148" y="109"/>
                  </a:cubicBezTo>
                  <a:cubicBezTo>
                    <a:pt x="161" y="112"/>
                    <a:pt x="172" y="118"/>
                    <a:pt x="180" y="126"/>
                  </a:cubicBezTo>
                  <a:cubicBezTo>
                    <a:pt x="220" y="170"/>
                    <a:pt x="214" y="272"/>
                    <a:pt x="208" y="36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60000" rIns="120000" bIns="6000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35"/>
            <p:cNvSpPr/>
            <p:nvPr/>
          </p:nvSpPr>
          <p:spPr>
            <a:xfrm>
              <a:off x="6462000" y="3794040"/>
              <a:ext cx="94320" cy="95040"/>
            </a:xfrm>
            <a:custGeom>
              <a:avLst/>
              <a:gdLst/>
              <a:ahLst/>
              <a:cxnLst/>
              <a:rect l="l" t="t" r="r" b="b"/>
              <a:pathLst>
                <a:path w="262" h="264" extrusionOk="0">
                  <a:moveTo>
                    <a:pt x="242" y="3"/>
                  </a:moveTo>
                  <a:cubicBezTo>
                    <a:pt x="213" y="1"/>
                    <a:pt x="182" y="0"/>
                    <a:pt x="152" y="0"/>
                  </a:cubicBezTo>
                  <a:cubicBezTo>
                    <a:pt x="143" y="0"/>
                    <a:pt x="134" y="7"/>
                    <a:pt x="134" y="17"/>
                  </a:cubicBezTo>
                  <a:cubicBezTo>
                    <a:pt x="134" y="26"/>
                    <a:pt x="142" y="35"/>
                    <a:pt x="152" y="35"/>
                  </a:cubicBezTo>
                  <a:cubicBezTo>
                    <a:pt x="177" y="35"/>
                    <a:pt x="201" y="36"/>
                    <a:pt x="225" y="38"/>
                  </a:cubicBezTo>
                  <a:cubicBezTo>
                    <a:pt x="229" y="111"/>
                    <a:pt x="228" y="178"/>
                    <a:pt x="225" y="226"/>
                  </a:cubicBezTo>
                  <a:cubicBezTo>
                    <a:pt x="177" y="229"/>
                    <a:pt x="111" y="230"/>
                    <a:pt x="37" y="226"/>
                  </a:cubicBezTo>
                  <a:cubicBezTo>
                    <a:pt x="32" y="153"/>
                    <a:pt x="34" y="86"/>
                    <a:pt x="37" y="38"/>
                  </a:cubicBezTo>
                  <a:cubicBezTo>
                    <a:pt x="47" y="38"/>
                    <a:pt x="59" y="36"/>
                    <a:pt x="69" y="36"/>
                  </a:cubicBezTo>
                  <a:cubicBezTo>
                    <a:pt x="78" y="36"/>
                    <a:pt x="87" y="28"/>
                    <a:pt x="85" y="19"/>
                  </a:cubicBezTo>
                  <a:cubicBezTo>
                    <a:pt x="84" y="10"/>
                    <a:pt x="76" y="1"/>
                    <a:pt x="67" y="3"/>
                  </a:cubicBezTo>
                  <a:cubicBezTo>
                    <a:pt x="51" y="3"/>
                    <a:pt x="35" y="4"/>
                    <a:pt x="19" y="6"/>
                  </a:cubicBezTo>
                  <a:cubicBezTo>
                    <a:pt x="10" y="6"/>
                    <a:pt x="3" y="13"/>
                    <a:pt x="3" y="22"/>
                  </a:cubicBezTo>
                  <a:cubicBezTo>
                    <a:pt x="0" y="74"/>
                    <a:pt x="-3" y="154"/>
                    <a:pt x="3" y="245"/>
                  </a:cubicBezTo>
                  <a:cubicBezTo>
                    <a:pt x="3" y="253"/>
                    <a:pt x="10" y="261"/>
                    <a:pt x="19" y="261"/>
                  </a:cubicBezTo>
                  <a:cubicBezTo>
                    <a:pt x="57" y="264"/>
                    <a:pt x="94" y="264"/>
                    <a:pt x="127" y="264"/>
                  </a:cubicBezTo>
                  <a:cubicBezTo>
                    <a:pt x="172" y="264"/>
                    <a:pt x="212" y="262"/>
                    <a:pt x="242" y="261"/>
                  </a:cubicBezTo>
                  <a:cubicBezTo>
                    <a:pt x="251" y="261"/>
                    <a:pt x="258" y="253"/>
                    <a:pt x="258" y="245"/>
                  </a:cubicBezTo>
                  <a:cubicBezTo>
                    <a:pt x="261" y="192"/>
                    <a:pt x="264" y="112"/>
                    <a:pt x="258" y="22"/>
                  </a:cubicBezTo>
                  <a:cubicBezTo>
                    <a:pt x="258" y="10"/>
                    <a:pt x="251" y="3"/>
                    <a:pt x="242" y="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60000" rIns="120000" bIns="6000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35"/>
            <p:cNvSpPr/>
            <p:nvPr/>
          </p:nvSpPr>
          <p:spPr>
            <a:xfrm>
              <a:off x="6393960" y="3724920"/>
              <a:ext cx="231840" cy="231840"/>
            </a:xfrm>
            <a:custGeom>
              <a:avLst/>
              <a:gdLst/>
              <a:ahLst/>
              <a:cxnLst/>
              <a:rect l="l" t="t" r="r" b="b"/>
              <a:pathLst>
                <a:path w="644" h="644" extrusionOk="0">
                  <a:moveTo>
                    <a:pt x="385" y="626"/>
                  </a:moveTo>
                  <a:cubicBezTo>
                    <a:pt x="385" y="635"/>
                    <a:pt x="392" y="644"/>
                    <a:pt x="402" y="644"/>
                  </a:cubicBezTo>
                  <a:cubicBezTo>
                    <a:pt x="411" y="644"/>
                    <a:pt x="419" y="636"/>
                    <a:pt x="419" y="626"/>
                  </a:cubicBezTo>
                  <a:lnTo>
                    <a:pt x="419" y="565"/>
                  </a:lnTo>
                  <a:cubicBezTo>
                    <a:pt x="491" y="562"/>
                    <a:pt x="537" y="555"/>
                    <a:pt x="539" y="555"/>
                  </a:cubicBezTo>
                  <a:cubicBezTo>
                    <a:pt x="546" y="553"/>
                    <a:pt x="552" y="547"/>
                    <a:pt x="554" y="540"/>
                  </a:cubicBezTo>
                  <a:cubicBezTo>
                    <a:pt x="554" y="539"/>
                    <a:pt x="559" y="493"/>
                    <a:pt x="564" y="421"/>
                  </a:cubicBezTo>
                  <a:lnTo>
                    <a:pt x="626" y="421"/>
                  </a:lnTo>
                  <a:cubicBezTo>
                    <a:pt x="635" y="421"/>
                    <a:pt x="644" y="413"/>
                    <a:pt x="644" y="403"/>
                  </a:cubicBezTo>
                  <a:cubicBezTo>
                    <a:pt x="644" y="394"/>
                    <a:pt x="637" y="386"/>
                    <a:pt x="626" y="386"/>
                  </a:cubicBezTo>
                  <a:lnTo>
                    <a:pt x="565" y="386"/>
                  </a:lnTo>
                  <a:cubicBezTo>
                    <a:pt x="567" y="348"/>
                    <a:pt x="567" y="304"/>
                    <a:pt x="565" y="257"/>
                  </a:cubicBezTo>
                  <a:lnTo>
                    <a:pt x="626" y="257"/>
                  </a:lnTo>
                  <a:cubicBezTo>
                    <a:pt x="635" y="257"/>
                    <a:pt x="644" y="250"/>
                    <a:pt x="644" y="240"/>
                  </a:cubicBezTo>
                  <a:cubicBezTo>
                    <a:pt x="644" y="230"/>
                    <a:pt x="637" y="223"/>
                    <a:pt x="626" y="223"/>
                  </a:cubicBezTo>
                  <a:lnTo>
                    <a:pt x="565" y="223"/>
                  </a:lnTo>
                  <a:cubicBezTo>
                    <a:pt x="564" y="185"/>
                    <a:pt x="559" y="144"/>
                    <a:pt x="555" y="103"/>
                  </a:cubicBezTo>
                  <a:cubicBezTo>
                    <a:pt x="554" y="96"/>
                    <a:pt x="548" y="88"/>
                    <a:pt x="540" y="88"/>
                  </a:cubicBezTo>
                  <a:cubicBezTo>
                    <a:pt x="500" y="84"/>
                    <a:pt x="460" y="80"/>
                    <a:pt x="421" y="78"/>
                  </a:cubicBezTo>
                  <a:lnTo>
                    <a:pt x="421" y="17"/>
                  </a:lnTo>
                  <a:cubicBezTo>
                    <a:pt x="421" y="8"/>
                    <a:pt x="414" y="0"/>
                    <a:pt x="403" y="0"/>
                  </a:cubicBezTo>
                  <a:cubicBezTo>
                    <a:pt x="395" y="0"/>
                    <a:pt x="386" y="7"/>
                    <a:pt x="386" y="17"/>
                  </a:cubicBezTo>
                  <a:lnTo>
                    <a:pt x="386" y="77"/>
                  </a:lnTo>
                  <a:cubicBezTo>
                    <a:pt x="339" y="75"/>
                    <a:pt x="296" y="75"/>
                    <a:pt x="258" y="77"/>
                  </a:cubicBezTo>
                  <a:lnTo>
                    <a:pt x="258" y="17"/>
                  </a:lnTo>
                  <a:cubicBezTo>
                    <a:pt x="258" y="8"/>
                    <a:pt x="250" y="0"/>
                    <a:pt x="240" y="0"/>
                  </a:cubicBezTo>
                  <a:cubicBezTo>
                    <a:pt x="230" y="0"/>
                    <a:pt x="223" y="7"/>
                    <a:pt x="223" y="17"/>
                  </a:cubicBezTo>
                  <a:lnTo>
                    <a:pt x="223" y="78"/>
                  </a:lnTo>
                  <a:cubicBezTo>
                    <a:pt x="150" y="81"/>
                    <a:pt x="103" y="88"/>
                    <a:pt x="103" y="88"/>
                  </a:cubicBezTo>
                  <a:cubicBezTo>
                    <a:pt x="96" y="90"/>
                    <a:pt x="90" y="96"/>
                    <a:pt x="89" y="103"/>
                  </a:cubicBezTo>
                  <a:cubicBezTo>
                    <a:pt x="89" y="104"/>
                    <a:pt x="83" y="150"/>
                    <a:pt x="79" y="223"/>
                  </a:cubicBezTo>
                  <a:lnTo>
                    <a:pt x="17" y="223"/>
                  </a:lnTo>
                  <a:cubicBezTo>
                    <a:pt x="9" y="223"/>
                    <a:pt x="0" y="230"/>
                    <a:pt x="0" y="240"/>
                  </a:cubicBezTo>
                  <a:cubicBezTo>
                    <a:pt x="0" y="250"/>
                    <a:pt x="7" y="257"/>
                    <a:pt x="17" y="257"/>
                  </a:cubicBezTo>
                  <a:lnTo>
                    <a:pt x="77" y="257"/>
                  </a:lnTo>
                  <a:cubicBezTo>
                    <a:pt x="76" y="295"/>
                    <a:pt x="76" y="339"/>
                    <a:pt x="77" y="386"/>
                  </a:cubicBezTo>
                  <a:lnTo>
                    <a:pt x="17" y="386"/>
                  </a:lnTo>
                  <a:cubicBezTo>
                    <a:pt x="9" y="386"/>
                    <a:pt x="0" y="393"/>
                    <a:pt x="0" y="403"/>
                  </a:cubicBezTo>
                  <a:cubicBezTo>
                    <a:pt x="0" y="412"/>
                    <a:pt x="7" y="421"/>
                    <a:pt x="17" y="421"/>
                  </a:cubicBezTo>
                  <a:lnTo>
                    <a:pt x="79" y="421"/>
                  </a:lnTo>
                  <a:cubicBezTo>
                    <a:pt x="80" y="459"/>
                    <a:pt x="84" y="499"/>
                    <a:pt x="89" y="540"/>
                  </a:cubicBezTo>
                  <a:cubicBezTo>
                    <a:pt x="90" y="547"/>
                    <a:pt x="96" y="555"/>
                    <a:pt x="103" y="555"/>
                  </a:cubicBezTo>
                  <a:cubicBezTo>
                    <a:pt x="144" y="559"/>
                    <a:pt x="185" y="563"/>
                    <a:pt x="223" y="565"/>
                  </a:cubicBezTo>
                  <a:lnTo>
                    <a:pt x="223" y="626"/>
                  </a:lnTo>
                  <a:cubicBezTo>
                    <a:pt x="223" y="635"/>
                    <a:pt x="230" y="644"/>
                    <a:pt x="240" y="644"/>
                  </a:cubicBezTo>
                  <a:cubicBezTo>
                    <a:pt x="250" y="644"/>
                    <a:pt x="258" y="636"/>
                    <a:pt x="258" y="626"/>
                  </a:cubicBezTo>
                  <a:lnTo>
                    <a:pt x="258" y="566"/>
                  </a:lnTo>
                  <a:cubicBezTo>
                    <a:pt x="278" y="566"/>
                    <a:pt x="299" y="568"/>
                    <a:pt x="317" y="568"/>
                  </a:cubicBezTo>
                  <a:cubicBezTo>
                    <a:pt x="341" y="568"/>
                    <a:pt x="364" y="568"/>
                    <a:pt x="386" y="566"/>
                  </a:cubicBezTo>
                  <a:lnTo>
                    <a:pt x="386" y="626"/>
                  </a:lnTo>
                  <a:lnTo>
                    <a:pt x="385" y="626"/>
                  </a:lnTo>
                  <a:moveTo>
                    <a:pt x="119" y="521"/>
                  </a:moveTo>
                  <a:cubicBezTo>
                    <a:pt x="98" y="336"/>
                    <a:pt x="114" y="169"/>
                    <a:pt x="119" y="122"/>
                  </a:cubicBezTo>
                  <a:cubicBezTo>
                    <a:pt x="166" y="116"/>
                    <a:pt x="335" y="100"/>
                    <a:pt x="519" y="122"/>
                  </a:cubicBezTo>
                  <a:cubicBezTo>
                    <a:pt x="540" y="307"/>
                    <a:pt x="524" y="475"/>
                    <a:pt x="519" y="521"/>
                  </a:cubicBezTo>
                  <a:cubicBezTo>
                    <a:pt x="472" y="527"/>
                    <a:pt x="304" y="543"/>
                    <a:pt x="119" y="52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60000" rIns="120000" bIns="6000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35"/>
            <p:cNvSpPr/>
            <p:nvPr/>
          </p:nvSpPr>
          <p:spPr>
            <a:xfrm>
              <a:off x="6488280" y="382068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35" h="35" extrusionOk="0">
                  <a:moveTo>
                    <a:pt x="35" y="18"/>
                  </a:moveTo>
                  <a:cubicBezTo>
                    <a:pt x="35" y="21"/>
                    <a:pt x="35" y="24"/>
                    <a:pt x="33" y="26"/>
                  </a:cubicBezTo>
                  <a:cubicBezTo>
                    <a:pt x="32" y="29"/>
                    <a:pt x="29" y="32"/>
                    <a:pt x="26" y="33"/>
                  </a:cubicBezTo>
                  <a:cubicBezTo>
                    <a:pt x="24" y="35"/>
                    <a:pt x="21" y="35"/>
                    <a:pt x="18" y="35"/>
                  </a:cubicBezTo>
                  <a:cubicBezTo>
                    <a:pt x="15" y="35"/>
                    <a:pt x="12" y="35"/>
                    <a:pt x="9" y="33"/>
                  </a:cubicBezTo>
                  <a:cubicBezTo>
                    <a:pt x="6" y="32"/>
                    <a:pt x="4" y="29"/>
                    <a:pt x="2" y="26"/>
                  </a:cubicBezTo>
                  <a:cubicBezTo>
                    <a:pt x="1" y="24"/>
                    <a:pt x="0" y="21"/>
                    <a:pt x="0" y="18"/>
                  </a:cubicBezTo>
                  <a:cubicBezTo>
                    <a:pt x="0" y="15"/>
                    <a:pt x="1" y="12"/>
                    <a:pt x="2" y="9"/>
                  </a:cubicBezTo>
                  <a:cubicBezTo>
                    <a:pt x="4" y="6"/>
                    <a:pt x="6" y="5"/>
                    <a:pt x="9" y="3"/>
                  </a:cubicBezTo>
                  <a:cubicBezTo>
                    <a:pt x="12" y="2"/>
                    <a:pt x="15" y="0"/>
                    <a:pt x="18" y="0"/>
                  </a:cubicBezTo>
                  <a:cubicBezTo>
                    <a:pt x="21" y="0"/>
                    <a:pt x="24" y="2"/>
                    <a:pt x="26" y="3"/>
                  </a:cubicBezTo>
                  <a:cubicBezTo>
                    <a:pt x="29" y="5"/>
                    <a:pt x="31" y="6"/>
                    <a:pt x="33" y="9"/>
                  </a:cubicBezTo>
                  <a:cubicBezTo>
                    <a:pt x="34" y="12"/>
                    <a:pt x="35" y="15"/>
                    <a:pt x="35" y="1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0" rIns="120000" bIns="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35"/>
            <p:cNvSpPr/>
            <p:nvPr/>
          </p:nvSpPr>
          <p:spPr>
            <a:xfrm>
              <a:off x="6488280" y="384804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35" h="35" extrusionOk="0">
                  <a:moveTo>
                    <a:pt x="18" y="0"/>
                  </a:moveTo>
                  <a:cubicBezTo>
                    <a:pt x="9" y="0"/>
                    <a:pt x="0" y="7"/>
                    <a:pt x="0" y="17"/>
                  </a:cubicBezTo>
                  <a:cubicBezTo>
                    <a:pt x="0" y="28"/>
                    <a:pt x="8" y="35"/>
                    <a:pt x="18" y="35"/>
                  </a:cubicBezTo>
                  <a:cubicBezTo>
                    <a:pt x="29" y="35"/>
                    <a:pt x="35" y="28"/>
                    <a:pt x="35" y="17"/>
                  </a:cubicBezTo>
                  <a:cubicBezTo>
                    <a:pt x="35" y="7"/>
                    <a:pt x="28" y="0"/>
                    <a:pt x="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0" rIns="120000" bIns="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35"/>
            <p:cNvSpPr/>
            <p:nvPr/>
          </p:nvSpPr>
          <p:spPr>
            <a:xfrm>
              <a:off x="6517080" y="382068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35" h="35" extrusionOk="0">
                  <a:moveTo>
                    <a:pt x="18" y="0"/>
                  </a:moveTo>
                  <a:cubicBezTo>
                    <a:pt x="21" y="0"/>
                    <a:pt x="24" y="1"/>
                    <a:pt x="26" y="2"/>
                  </a:cubicBezTo>
                  <a:cubicBezTo>
                    <a:pt x="29" y="4"/>
                    <a:pt x="32" y="6"/>
                    <a:pt x="33" y="9"/>
                  </a:cubicBezTo>
                  <a:cubicBezTo>
                    <a:pt x="35" y="12"/>
                    <a:pt x="35" y="15"/>
                    <a:pt x="35" y="18"/>
                  </a:cubicBezTo>
                  <a:cubicBezTo>
                    <a:pt x="35" y="21"/>
                    <a:pt x="34" y="24"/>
                    <a:pt x="32" y="26"/>
                  </a:cubicBezTo>
                  <a:cubicBezTo>
                    <a:pt x="31" y="29"/>
                    <a:pt x="29" y="32"/>
                    <a:pt x="26" y="33"/>
                  </a:cubicBezTo>
                  <a:cubicBezTo>
                    <a:pt x="23" y="35"/>
                    <a:pt x="20" y="35"/>
                    <a:pt x="17" y="35"/>
                  </a:cubicBezTo>
                  <a:cubicBezTo>
                    <a:pt x="14" y="35"/>
                    <a:pt x="11" y="34"/>
                    <a:pt x="9" y="33"/>
                  </a:cubicBezTo>
                  <a:cubicBezTo>
                    <a:pt x="6" y="31"/>
                    <a:pt x="4" y="29"/>
                    <a:pt x="2" y="26"/>
                  </a:cubicBezTo>
                  <a:cubicBezTo>
                    <a:pt x="1" y="23"/>
                    <a:pt x="0" y="20"/>
                    <a:pt x="0" y="17"/>
                  </a:cubicBezTo>
                  <a:cubicBezTo>
                    <a:pt x="0" y="14"/>
                    <a:pt x="1" y="12"/>
                    <a:pt x="2" y="9"/>
                  </a:cubicBezTo>
                  <a:cubicBezTo>
                    <a:pt x="4" y="7"/>
                    <a:pt x="6" y="4"/>
                    <a:pt x="9" y="2"/>
                  </a:cubicBezTo>
                  <a:cubicBezTo>
                    <a:pt x="11" y="1"/>
                    <a:pt x="15" y="0"/>
                    <a:pt x="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0" rIns="120000" bIns="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35"/>
            <p:cNvSpPr/>
            <p:nvPr/>
          </p:nvSpPr>
          <p:spPr>
            <a:xfrm>
              <a:off x="6517080" y="384804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35" h="35" extrusionOk="0">
                  <a:moveTo>
                    <a:pt x="18" y="35"/>
                  </a:moveTo>
                  <a:cubicBezTo>
                    <a:pt x="26" y="35"/>
                    <a:pt x="35" y="28"/>
                    <a:pt x="35" y="17"/>
                  </a:cubicBezTo>
                  <a:cubicBezTo>
                    <a:pt x="35" y="7"/>
                    <a:pt x="28" y="0"/>
                    <a:pt x="18" y="0"/>
                  </a:cubicBezTo>
                  <a:cubicBezTo>
                    <a:pt x="9" y="0"/>
                    <a:pt x="0" y="7"/>
                    <a:pt x="0" y="17"/>
                  </a:cubicBezTo>
                  <a:cubicBezTo>
                    <a:pt x="0" y="28"/>
                    <a:pt x="9" y="35"/>
                    <a:pt x="18" y="3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0" rIns="120000" bIns="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" name="Google Shape;270;p29">
            <a:extLst>
              <a:ext uri="{FF2B5EF4-FFF2-40B4-BE49-F238E27FC236}">
                <a16:creationId xmlns:a16="http://schemas.microsoft.com/office/drawing/2014/main" id="{EB5A737E-188C-FCEA-51C5-83C3433CA042}"/>
              </a:ext>
            </a:extLst>
          </p:cNvPr>
          <p:cNvCxnSpPr>
            <a:cxnSpLocks/>
          </p:cNvCxnSpPr>
          <p:nvPr/>
        </p:nvCxnSpPr>
        <p:spPr>
          <a:xfrm>
            <a:off x="1358791" y="1802624"/>
            <a:ext cx="9722400" cy="0"/>
          </a:xfrm>
          <a:prstGeom prst="straightConnector1">
            <a:avLst/>
          </a:prstGeom>
          <a:noFill/>
          <a:ln w="12700" cap="flat" cmpd="sng">
            <a:solidFill>
              <a:schemeClr val="tx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" name="TextBox 4">
            <a:extLst>
              <a:ext uri="{FF2B5EF4-FFF2-40B4-BE49-F238E27FC236}">
                <a16:creationId xmlns:a16="http://schemas.microsoft.com/office/drawing/2014/main" id="{EC45E41D-2C39-F39E-F30F-EE2929515DAD}"/>
              </a:ext>
            </a:extLst>
          </p:cNvPr>
          <p:cNvSpPr txBox="1"/>
          <p:nvPr/>
        </p:nvSpPr>
        <p:spPr>
          <a:xfrm>
            <a:off x="4693365" y="3615608"/>
            <a:ext cx="3315926" cy="211852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>
                <a:cs typeface="Arial"/>
              </a:rPr>
              <a:t>SaskPower</a:t>
            </a:r>
            <a:endParaRPr lang="en-US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>
                <a:cs typeface="Arial"/>
              </a:rPr>
              <a:t>SaskTel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err="1">
                <a:cs typeface="Arial"/>
              </a:rPr>
              <a:t>SaskEnergy</a:t>
            </a:r>
            <a:endParaRPr lang="en-US"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>
                <a:cs typeface="Arial"/>
              </a:rPr>
              <a:t>SGI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err="1">
                <a:cs typeface="Arial"/>
              </a:rPr>
              <a:t>SaskHealth</a:t>
            </a:r>
            <a:endParaRPr lang="en-US">
              <a:cs typeface="Arial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90BE8859-A54B-EFC4-FBA4-A38DE7BA3D61}"/>
              </a:ext>
            </a:extLst>
          </p:cNvPr>
          <p:cNvSpPr txBox="1"/>
          <p:nvPr/>
        </p:nvSpPr>
        <p:spPr>
          <a:xfrm>
            <a:off x="939475" y="3622420"/>
            <a:ext cx="3243165" cy="25724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ts val="2600"/>
              </a:lnSpc>
              <a:spcAft>
                <a:spcPts val="300"/>
              </a:spcAft>
              <a:buFont typeface="Arial"/>
              <a:buChar char="•"/>
            </a:pPr>
            <a:r>
              <a:rPr lang="en-US">
                <a:cs typeface="Arial"/>
              </a:rPr>
              <a:t>Retains critical hands-on knowledge</a:t>
            </a:r>
          </a:p>
          <a:p>
            <a:pPr marL="285750" indent="-285750">
              <a:lnSpc>
                <a:spcPts val="2600"/>
              </a:lnSpc>
              <a:spcAft>
                <a:spcPts val="300"/>
              </a:spcAft>
              <a:buFont typeface="Arial"/>
              <a:buChar char="•"/>
            </a:pPr>
            <a:r>
              <a:rPr lang="en-US">
                <a:cs typeface="Arial"/>
              </a:rPr>
              <a:t>Improves efficiency in field operations</a:t>
            </a:r>
          </a:p>
          <a:p>
            <a:pPr marL="285750" indent="-285750">
              <a:lnSpc>
                <a:spcPts val="2600"/>
              </a:lnSpc>
              <a:spcAft>
                <a:spcPts val="300"/>
              </a:spcAft>
              <a:buFont typeface="Arial"/>
              <a:buChar char="•"/>
            </a:pPr>
            <a:r>
              <a:rPr lang="en-US">
                <a:cs typeface="Arial"/>
              </a:rPr>
              <a:t>Maintains consistency in repairs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lang="en-US">
              <a:cs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B2543C-7385-869E-F050-63EBA6CA59F6}"/>
              </a:ext>
            </a:extLst>
          </p:cNvPr>
          <p:cNvSpPr txBox="1"/>
          <p:nvPr/>
        </p:nvSpPr>
        <p:spPr>
          <a:xfrm>
            <a:off x="8015198" y="3553373"/>
            <a:ext cx="3065993" cy="458587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lnSpc>
                <a:spcPts val="2600"/>
              </a:lnSpc>
              <a:buFont typeface="Arial" panose="020B0604020202020204" pitchFamily="34" charset="0"/>
              <a:buChar char="•"/>
            </a:pPr>
            <a:r>
              <a:rPr lang="en-GB"/>
              <a:t>No additional training required </a:t>
            </a:r>
          </a:p>
          <a:p>
            <a:pPr marL="342900" indent="-342900">
              <a:lnSpc>
                <a:spcPts val="2600"/>
              </a:lnSpc>
              <a:buFont typeface="Arial" panose="020B0604020202020204" pitchFamily="34" charset="0"/>
              <a:buChar char="•"/>
            </a:pPr>
            <a:r>
              <a:rPr lang="en-GB">
                <a:cs typeface="Arial"/>
              </a:rPr>
              <a:t>Works alongside current systems </a:t>
            </a:r>
          </a:p>
          <a:p>
            <a:pPr marL="342900" indent="-342900">
              <a:lnSpc>
                <a:spcPts val="2600"/>
              </a:lnSpc>
              <a:buFont typeface="Arial" panose="020B0604020202020204" pitchFamily="34" charset="0"/>
              <a:buChar char="•"/>
            </a:pPr>
            <a:r>
              <a:rPr lang="en-GB">
                <a:cs typeface="Arial"/>
              </a:rPr>
              <a:t>Simplifies record keeping</a:t>
            </a:r>
            <a:endParaRPr lang="en-GB">
              <a:solidFill>
                <a:schemeClr val="tx1"/>
              </a:solidFill>
              <a:cs typeface="Arial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>
              <a:cs typeface="Arial"/>
            </a:endParaRPr>
          </a:p>
          <a:p>
            <a:pPr lvl="0"/>
            <a:endParaRPr lang="en-GB">
              <a:solidFill>
                <a:schemeClr val="tx1"/>
              </a:solidFill>
            </a:endParaRPr>
          </a:p>
          <a:p>
            <a:pPr lvl="0"/>
            <a:endParaRPr lang="en-GB"/>
          </a:p>
          <a:p>
            <a:pPr lvl="0"/>
            <a:endParaRPr lang="en-GB">
              <a:solidFill>
                <a:schemeClr val="tx1"/>
              </a:solidFill>
            </a:endParaRPr>
          </a:p>
          <a:p>
            <a:pPr lvl="0"/>
            <a:endParaRPr lang="en-GB"/>
          </a:p>
          <a:p>
            <a:pPr lvl="0"/>
            <a:endParaRPr lang="en-GB">
              <a:solidFill>
                <a:schemeClr val="tx1"/>
              </a:solidFill>
            </a:endParaRPr>
          </a:p>
          <a:p>
            <a:pPr lvl="0"/>
            <a:endParaRPr lang="en-GB">
              <a:solidFill>
                <a:schemeClr val="tx1"/>
              </a:solidFill>
            </a:endParaRPr>
          </a:p>
          <a:p>
            <a:endParaRPr lang="en-GB">
              <a:cs typeface="Arial"/>
            </a:endParaRPr>
          </a:p>
          <a:p>
            <a:endParaRPr lang="en-GB"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0" name="Google Shape;620;p42"/>
          <p:cNvGrpSpPr/>
          <p:nvPr/>
        </p:nvGrpSpPr>
        <p:grpSpPr>
          <a:xfrm>
            <a:off x="4989400" y="1764867"/>
            <a:ext cx="2213200" cy="4312000"/>
            <a:chOff x="3742050" y="1323650"/>
            <a:chExt cx="1659900" cy="3234000"/>
          </a:xfrm>
        </p:grpSpPr>
        <p:sp>
          <p:nvSpPr>
            <p:cNvPr id="621" name="Google Shape;621;p42"/>
            <p:cNvSpPr/>
            <p:nvPr/>
          </p:nvSpPr>
          <p:spPr>
            <a:xfrm>
              <a:off x="3742050" y="1323650"/>
              <a:ext cx="1659900" cy="3234000"/>
            </a:xfrm>
            <a:prstGeom prst="roundRect">
              <a:avLst>
                <a:gd name="adj" fmla="val 13361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cxnSp>
          <p:nvCxnSpPr>
            <p:cNvPr id="622" name="Google Shape;622;p42"/>
            <p:cNvCxnSpPr/>
            <p:nvPr/>
          </p:nvCxnSpPr>
          <p:spPr>
            <a:xfrm>
              <a:off x="4210650" y="4357350"/>
              <a:ext cx="722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23" name="Google Shape;623;p42"/>
          <p:cNvSpPr txBox="1">
            <a:spLocks noGrp="1"/>
          </p:cNvSpPr>
          <p:nvPr>
            <p:ph type="title"/>
          </p:nvPr>
        </p:nvSpPr>
        <p:spPr>
          <a:xfrm>
            <a:off x="951000" y="358420"/>
            <a:ext cx="10290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CA" sz="4000" b="1">
                <a:solidFill>
                  <a:schemeClr val="tx1"/>
                </a:solidFill>
                <a:latin typeface="Artifakt Element Black"/>
                <a:ea typeface="Artifakt Element Black" panose="020B0A03050000020004" pitchFamily="34" charset="0"/>
              </a:rPr>
              <a:t>OUR PRODUCT - JOB CARDS</a:t>
            </a:r>
            <a:endParaRPr lang="en-CA" sz="4000" b="1">
              <a:solidFill>
                <a:schemeClr val="tx1"/>
              </a:solidFill>
              <a:latin typeface="Artifakt Element Black" panose="020B0A03050000020004" pitchFamily="34" charset="0"/>
              <a:ea typeface="Artifakt Element Black" panose="020B0A03050000020004" pitchFamily="34" charset="0"/>
            </a:endParaRPr>
          </a:p>
        </p:txBody>
      </p:sp>
      <p:sp>
        <p:nvSpPr>
          <p:cNvPr id="625" name="Google Shape;625;p42"/>
          <p:cNvSpPr txBox="1"/>
          <p:nvPr/>
        </p:nvSpPr>
        <p:spPr>
          <a:xfrm>
            <a:off x="1240679" y="3387133"/>
            <a:ext cx="2607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en" sz="2400" b="1">
                <a:solidFill>
                  <a:schemeClr val="dk2"/>
                </a:solidFill>
                <a:latin typeface="Syne"/>
                <a:ea typeface="Syne"/>
                <a:cs typeface="Syne"/>
              </a:rPr>
              <a:t>LLM PROCESSING</a:t>
            </a:r>
          </a:p>
        </p:txBody>
      </p:sp>
      <p:sp>
        <p:nvSpPr>
          <p:cNvPr id="627" name="Google Shape;627;p42"/>
          <p:cNvSpPr txBox="1"/>
          <p:nvPr/>
        </p:nvSpPr>
        <p:spPr>
          <a:xfrm>
            <a:off x="8378341" y="1864738"/>
            <a:ext cx="2607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2400" b="1">
                <a:solidFill>
                  <a:schemeClr val="dk2"/>
                </a:solidFill>
                <a:latin typeface="Syne"/>
                <a:ea typeface="Syne"/>
                <a:cs typeface="Syne"/>
              </a:rPr>
              <a:t>POST PROCESSING</a:t>
            </a:r>
          </a:p>
        </p:txBody>
      </p:sp>
      <p:sp>
        <p:nvSpPr>
          <p:cNvPr id="628" name="Google Shape;628;p42"/>
          <p:cNvSpPr txBox="1"/>
          <p:nvPr/>
        </p:nvSpPr>
        <p:spPr>
          <a:xfrm>
            <a:off x="8378341" y="3387133"/>
            <a:ext cx="2607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rPr>
              <a:t>INTERFACE</a:t>
            </a:r>
            <a:endParaRPr sz="2400" b="1">
              <a:solidFill>
                <a:schemeClr val="dk2"/>
              </a:solidFill>
              <a:latin typeface="Syne"/>
              <a:ea typeface="Syne"/>
              <a:cs typeface="Syne"/>
              <a:sym typeface="Syne"/>
            </a:endParaRPr>
          </a:p>
        </p:txBody>
      </p:sp>
      <p:sp>
        <p:nvSpPr>
          <p:cNvPr id="629" name="Google Shape;629;p42"/>
          <p:cNvSpPr txBox="1"/>
          <p:nvPr/>
        </p:nvSpPr>
        <p:spPr>
          <a:xfrm>
            <a:off x="8378341" y="4909529"/>
            <a:ext cx="2607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2"/>
                </a:solidFill>
                <a:latin typeface="Syne"/>
                <a:ea typeface="Syne"/>
                <a:cs typeface="Syne"/>
                <a:sym typeface="Syne"/>
              </a:rPr>
              <a:t>USERS</a:t>
            </a:r>
            <a:endParaRPr sz="2400" b="1">
              <a:solidFill>
                <a:schemeClr val="dk2"/>
              </a:solidFill>
              <a:latin typeface="Syne"/>
              <a:ea typeface="Syne"/>
              <a:cs typeface="Syne"/>
              <a:sym typeface="Syne"/>
            </a:endParaRPr>
          </a:p>
        </p:txBody>
      </p:sp>
      <p:cxnSp>
        <p:nvCxnSpPr>
          <p:cNvPr id="637" name="Google Shape;637;p42"/>
          <p:cNvCxnSpPr/>
          <p:nvPr/>
        </p:nvCxnSpPr>
        <p:spPr>
          <a:xfrm>
            <a:off x="3982284" y="1865467"/>
            <a:ext cx="0" cy="609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8" name="Google Shape;638;p42"/>
          <p:cNvCxnSpPr/>
          <p:nvPr/>
        </p:nvCxnSpPr>
        <p:spPr>
          <a:xfrm>
            <a:off x="3982284" y="3387500"/>
            <a:ext cx="0" cy="609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9" name="Google Shape;639;p42"/>
          <p:cNvCxnSpPr/>
          <p:nvPr/>
        </p:nvCxnSpPr>
        <p:spPr>
          <a:xfrm>
            <a:off x="3982284" y="4909533"/>
            <a:ext cx="0" cy="609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40" name="Google Shape;640;p42"/>
          <p:cNvCxnSpPr/>
          <p:nvPr/>
        </p:nvCxnSpPr>
        <p:spPr>
          <a:xfrm>
            <a:off x="8217977" y="1865460"/>
            <a:ext cx="0" cy="609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41" name="Google Shape;641;p42"/>
          <p:cNvCxnSpPr/>
          <p:nvPr/>
        </p:nvCxnSpPr>
        <p:spPr>
          <a:xfrm>
            <a:off x="8217977" y="3387500"/>
            <a:ext cx="0" cy="609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42" name="Google Shape;642;p42"/>
          <p:cNvCxnSpPr/>
          <p:nvPr/>
        </p:nvCxnSpPr>
        <p:spPr>
          <a:xfrm>
            <a:off x="8217977" y="4909529"/>
            <a:ext cx="0" cy="609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43" name="Google Shape;643;p42"/>
          <p:cNvGrpSpPr/>
          <p:nvPr/>
        </p:nvGrpSpPr>
        <p:grpSpPr>
          <a:xfrm>
            <a:off x="4086152" y="1889224"/>
            <a:ext cx="560640" cy="562080"/>
            <a:chOff x="3554280" y="1907280"/>
            <a:chExt cx="420480" cy="421560"/>
          </a:xfrm>
        </p:grpSpPr>
        <p:sp>
          <p:nvSpPr>
            <p:cNvPr id="644" name="Google Shape;644;p42"/>
            <p:cNvSpPr/>
            <p:nvPr/>
          </p:nvSpPr>
          <p:spPr>
            <a:xfrm>
              <a:off x="3637440" y="1907280"/>
              <a:ext cx="337320" cy="241920"/>
            </a:xfrm>
            <a:custGeom>
              <a:avLst/>
              <a:gdLst/>
              <a:ahLst/>
              <a:cxnLst/>
              <a:rect l="l" t="t" r="r" b="b"/>
              <a:pathLst>
                <a:path w="937" h="672" extrusionOk="0">
                  <a:moveTo>
                    <a:pt x="681" y="239"/>
                  </a:moveTo>
                  <a:cubicBezTo>
                    <a:pt x="675" y="239"/>
                    <a:pt x="669" y="239"/>
                    <a:pt x="663" y="239"/>
                  </a:cubicBezTo>
                  <a:cubicBezTo>
                    <a:pt x="608" y="95"/>
                    <a:pt x="470" y="0"/>
                    <a:pt x="314" y="0"/>
                  </a:cubicBezTo>
                  <a:cubicBezTo>
                    <a:pt x="190" y="0"/>
                    <a:pt x="73" y="61"/>
                    <a:pt x="3" y="165"/>
                  </a:cubicBezTo>
                  <a:cubicBezTo>
                    <a:pt x="-2" y="172"/>
                    <a:pt x="0" y="184"/>
                    <a:pt x="8" y="188"/>
                  </a:cubicBezTo>
                  <a:cubicBezTo>
                    <a:pt x="15" y="194"/>
                    <a:pt x="27" y="191"/>
                    <a:pt x="31" y="184"/>
                  </a:cubicBezTo>
                  <a:cubicBezTo>
                    <a:pt x="95" y="90"/>
                    <a:pt x="200" y="34"/>
                    <a:pt x="312" y="34"/>
                  </a:cubicBezTo>
                  <a:cubicBezTo>
                    <a:pt x="458" y="34"/>
                    <a:pt x="586" y="125"/>
                    <a:pt x="634" y="262"/>
                  </a:cubicBezTo>
                  <a:cubicBezTo>
                    <a:pt x="637" y="270"/>
                    <a:pt x="644" y="274"/>
                    <a:pt x="653" y="274"/>
                  </a:cubicBezTo>
                  <a:cubicBezTo>
                    <a:pt x="662" y="272"/>
                    <a:pt x="671" y="272"/>
                    <a:pt x="681" y="272"/>
                  </a:cubicBezTo>
                  <a:cubicBezTo>
                    <a:pt x="803" y="272"/>
                    <a:pt x="902" y="372"/>
                    <a:pt x="902" y="494"/>
                  </a:cubicBezTo>
                  <a:cubicBezTo>
                    <a:pt x="902" y="549"/>
                    <a:pt x="882" y="602"/>
                    <a:pt x="845" y="642"/>
                  </a:cubicBezTo>
                  <a:cubicBezTo>
                    <a:pt x="840" y="650"/>
                    <a:pt x="840" y="660"/>
                    <a:pt x="847" y="667"/>
                  </a:cubicBezTo>
                  <a:cubicBezTo>
                    <a:pt x="850" y="670"/>
                    <a:pt x="854" y="672"/>
                    <a:pt x="859" y="672"/>
                  </a:cubicBezTo>
                  <a:cubicBezTo>
                    <a:pt x="863" y="672"/>
                    <a:pt x="867" y="670"/>
                    <a:pt x="872" y="666"/>
                  </a:cubicBezTo>
                  <a:cubicBezTo>
                    <a:pt x="914" y="619"/>
                    <a:pt x="937" y="558"/>
                    <a:pt x="937" y="494"/>
                  </a:cubicBezTo>
                  <a:cubicBezTo>
                    <a:pt x="936" y="354"/>
                    <a:pt x="822" y="239"/>
                    <a:pt x="681" y="23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60000" rIns="120000" bIns="6000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" name="Google Shape;645;p42"/>
            <p:cNvSpPr/>
            <p:nvPr/>
          </p:nvSpPr>
          <p:spPr>
            <a:xfrm>
              <a:off x="3616560" y="2291040"/>
              <a:ext cx="84240" cy="36720"/>
            </a:xfrm>
            <a:custGeom>
              <a:avLst/>
              <a:gdLst/>
              <a:ahLst/>
              <a:cxnLst/>
              <a:rect l="l" t="t" r="r" b="b"/>
              <a:pathLst>
                <a:path w="234" h="102" extrusionOk="0">
                  <a:moveTo>
                    <a:pt x="207" y="6"/>
                  </a:moveTo>
                  <a:cubicBezTo>
                    <a:pt x="176" y="22"/>
                    <a:pt x="140" y="33"/>
                    <a:pt x="99" y="34"/>
                  </a:cubicBezTo>
                  <a:cubicBezTo>
                    <a:pt x="92" y="14"/>
                    <a:pt x="73" y="0"/>
                    <a:pt x="51" y="0"/>
                  </a:cubicBezTo>
                  <a:cubicBezTo>
                    <a:pt x="24" y="0"/>
                    <a:pt x="0" y="23"/>
                    <a:pt x="0" y="51"/>
                  </a:cubicBezTo>
                  <a:cubicBezTo>
                    <a:pt x="0" y="78"/>
                    <a:pt x="24" y="102"/>
                    <a:pt x="51" y="102"/>
                  </a:cubicBezTo>
                  <a:cubicBezTo>
                    <a:pt x="73" y="102"/>
                    <a:pt x="93" y="88"/>
                    <a:pt x="99" y="67"/>
                  </a:cubicBezTo>
                  <a:cubicBezTo>
                    <a:pt x="146" y="66"/>
                    <a:pt x="188" y="54"/>
                    <a:pt x="225" y="35"/>
                  </a:cubicBezTo>
                  <a:cubicBezTo>
                    <a:pt x="233" y="31"/>
                    <a:pt x="236" y="21"/>
                    <a:pt x="232" y="12"/>
                  </a:cubicBezTo>
                  <a:cubicBezTo>
                    <a:pt x="226" y="5"/>
                    <a:pt x="216" y="2"/>
                    <a:pt x="207" y="6"/>
                  </a:cubicBezTo>
                  <a:moveTo>
                    <a:pt x="51" y="69"/>
                  </a:moveTo>
                  <a:cubicBezTo>
                    <a:pt x="42" y="69"/>
                    <a:pt x="34" y="61"/>
                    <a:pt x="34" y="51"/>
                  </a:cubicBezTo>
                  <a:cubicBezTo>
                    <a:pt x="34" y="40"/>
                    <a:pt x="41" y="34"/>
                    <a:pt x="51" y="34"/>
                  </a:cubicBezTo>
                  <a:cubicBezTo>
                    <a:pt x="60" y="34"/>
                    <a:pt x="69" y="40"/>
                    <a:pt x="69" y="51"/>
                  </a:cubicBezTo>
                  <a:cubicBezTo>
                    <a:pt x="69" y="61"/>
                    <a:pt x="60" y="69"/>
                    <a:pt x="51" y="6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0" rIns="120000" bIns="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p42"/>
            <p:cNvSpPr/>
            <p:nvPr/>
          </p:nvSpPr>
          <p:spPr>
            <a:xfrm>
              <a:off x="3554280" y="1988280"/>
              <a:ext cx="392400" cy="340560"/>
            </a:xfrm>
            <a:custGeom>
              <a:avLst/>
              <a:gdLst/>
              <a:ahLst/>
              <a:cxnLst/>
              <a:rect l="l" t="t" r="r" b="b"/>
              <a:pathLst>
                <a:path w="1090" h="946" extrusionOk="0">
                  <a:moveTo>
                    <a:pt x="1034" y="636"/>
                  </a:moveTo>
                  <a:cubicBezTo>
                    <a:pt x="1011" y="636"/>
                    <a:pt x="992" y="651"/>
                    <a:pt x="985" y="671"/>
                  </a:cubicBezTo>
                  <a:cubicBezTo>
                    <a:pt x="905" y="678"/>
                    <a:pt x="840" y="664"/>
                    <a:pt x="804" y="630"/>
                  </a:cubicBezTo>
                  <a:cubicBezTo>
                    <a:pt x="787" y="614"/>
                    <a:pt x="775" y="594"/>
                    <a:pt x="772" y="572"/>
                  </a:cubicBezTo>
                  <a:cubicBezTo>
                    <a:pt x="797" y="570"/>
                    <a:pt x="820" y="569"/>
                    <a:pt x="845" y="568"/>
                  </a:cubicBezTo>
                  <a:cubicBezTo>
                    <a:pt x="854" y="568"/>
                    <a:pt x="859" y="560"/>
                    <a:pt x="861" y="553"/>
                  </a:cubicBezTo>
                  <a:cubicBezTo>
                    <a:pt x="862" y="543"/>
                    <a:pt x="862" y="534"/>
                    <a:pt x="864" y="524"/>
                  </a:cubicBezTo>
                  <a:lnTo>
                    <a:pt x="912" y="524"/>
                  </a:lnTo>
                  <a:cubicBezTo>
                    <a:pt x="954" y="524"/>
                    <a:pt x="995" y="514"/>
                    <a:pt x="1031" y="493"/>
                  </a:cubicBezTo>
                  <a:cubicBezTo>
                    <a:pt x="1040" y="489"/>
                    <a:pt x="1043" y="479"/>
                    <a:pt x="1039" y="470"/>
                  </a:cubicBezTo>
                  <a:cubicBezTo>
                    <a:pt x="1034" y="461"/>
                    <a:pt x="1024" y="458"/>
                    <a:pt x="1015" y="463"/>
                  </a:cubicBezTo>
                  <a:cubicBezTo>
                    <a:pt x="983" y="480"/>
                    <a:pt x="948" y="489"/>
                    <a:pt x="912" y="489"/>
                  </a:cubicBezTo>
                  <a:lnTo>
                    <a:pt x="865" y="489"/>
                  </a:lnTo>
                  <a:cubicBezTo>
                    <a:pt x="868" y="420"/>
                    <a:pt x="861" y="372"/>
                    <a:pt x="861" y="369"/>
                  </a:cubicBezTo>
                  <a:cubicBezTo>
                    <a:pt x="859" y="362"/>
                    <a:pt x="854" y="355"/>
                    <a:pt x="845" y="355"/>
                  </a:cubicBezTo>
                  <a:cubicBezTo>
                    <a:pt x="819" y="352"/>
                    <a:pt x="791" y="350"/>
                    <a:pt x="763" y="349"/>
                  </a:cubicBezTo>
                  <a:cubicBezTo>
                    <a:pt x="753" y="349"/>
                    <a:pt x="746" y="356"/>
                    <a:pt x="746" y="365"/>
                  </a:cubicBezTo>
                  <a:cubicBezTo>
                    <a:pt x="746" y="374"/>
                    <a:pt x="753" y="383"/>
                    <a:pt x="762" y="383"/>
                  </a:cubicBezTo>
                  <a:cubicBezTo>
                    <a:pt x="785" y="384"/>
                    <a:pt x="807" y="385"/>
                    <a:pt x="829" y="387"/>
                  </a:cubicBezTo>
                  <a:cubicBezTo>
                    <a:pt x="832" y="412"/>
                    <a:pt x="835" y="466"/>
                    <a:pt x="829" y="533"/>
                  </a:cubicBezTo>
                  <a:cubicBezTo>
                    <a:pt x="616" y="549"/>
                    <a:pt x="395" y="537"/>
                    <a:pt x="338" y="533"/>
                  </a:cubicBezTo>
                  <a:cubicBezTo>
                    <a:pt x="332" y="467"/>
                    <a:pt x="335" y="412"/>
                    <a:pt x="338" y="387"/>
                  </a:cubicBezTo>
                  <a:cubicBezTo>
                    <a:pt x="382" y="384"/>
                    <a:pt x="521" y="375"/>
                    <a:pt x="679" y="380"/>
                  </a:cubicBezTo>
                  <a:cubicBezTo>
                    <a:pt x="687" y="380"/>
                    <a:pt x="696" y="372"/>
                    <a:pt x="696" y="364"/>
                  </a:cubicBezTo>
                  <a:cubicBezTo>
                    <a:pt x="696" y="355"/>
                    <a:pt x="689" y="346"/>
                    <a:pt x="680" y="346"/>
                  </a:cubicBezTo>
                  <a:cubicBezTo>
                    <a:pt x="488" y="342"/>
                    <a:pt x="323" y="355"/>
                    <a:pt x="322" y="355"/>
                  </a:cubicBezTo>
                  <a:cubicBezTo>
                    <a:pt x="315" y="355"/>
                    <a:pt x="307" y="362"/>
                    <a:pt x="306" y="369"/>
                  </a:cubicBezTo>
                  <a:cubicBezTo>
                    <a:pt x="306" y="372"/>
                    <a:pt x="298" y="419"/>
                    <a:pt x="301" y="489"/>
                  </a:cubicBezTo>
                  <a:lnTo>
                    <a:pt x="201" y="489"/>
                  </a:lnTo>
                  <a:cubicBezTo>
                    <a:pt x="108" y="489"/>
                    <a:pt x="33" y="413"/>
                    <a:pt x="33" y="321"/>
                  </a:cubicBezTo>
                  <a:cubicBezTo>
                    <a:pt x="33" y="232"/>
                    <a:pt x="102" y="160"/>
                    <a:pt x="191" y="154"/>
                  </a:cubicBezTo>
                  <a:cubicBezTo>
                    <a:pt x="199" y="154"/>
                    <a:pt x="207" y="147"/>
                    <a:pt x="207" y="138"/>
                  </a:cubicBezTo>
                  <a:cubicBezTo>
                    <a:pt x="208" y="98"/>
                    <a:pt x="217" y="59"/>
                    <a:pt x="231" y="23"/>
                  </a:cubicBezTo>
                  <a:cubicBezTo>
                    <a:pt x="234" y="14"/>
                    <a:pt x="231" y="4"/>
                    <a:pt x="221" y="1"/>
                  </a:cubicBezTo>
                  <a:cubicBezTo>
                    <a:pt x="213" y="-2"/>
                    <a:pt x="202" y="1"/>
                    <a:pt x="199" y="11"/>
                  </a:cubicBezTo>
                  <a:cubicBezTo>
                    <a:pt x="185" y="47"/>
                    <a:pt x="176" y="84"/>
                    <a:pt x="173" y="123"/>
                  </a:cubicBezTo>
                  <a:cubicBezTo>
                    <a:pt x="74" y="138"/>
                    <a:pt x="0" y="222"/>
                    <a:pt x="0" y="324"/>
                  </a:cubicBezTo>
                  <a:cubicBezTo>
                    <a:pt x="0" y="436"/>
                    <a:pt x="90" y="527"/>
                    <a:pt x="202" y="527"/>
                  </a:cubicBezTo>
                  <a:lnTo>
                    <a:pt x="304" y="527"/>
                  </a:lnTo>
                  <a:cubicBezTo>
                    <a:pt x="304" y="536"/>
                    <a:pt x="306" y="546"/>
                    <a:pt x="307" y="556"/>
                  </a:cubicBezTo>
                  <a:cubicBezTo>
                    <a:pt x="309" y="565"/>
                    <a:pt x="315" y="570"/>
                    <a:pt x="323" y="570"/>
                  </a:cubicBezTo>
                  <a:cubicBezTo>
                    <a:pt x="325" y="570"/>
                    <a:pt x="351" y="573"/>
                    <a:pt x="396" y="575"/>
                  </a:cubicBezTo>
                  <a:cubicBezTo>
                    <a:pt x="393" y="598"/>
                    <a:pt x="382" y="619"/>
                    <a:pt x="364" y="635"/>
                  </a:cubicBezTo>
                  <a:cubicBezTo>
                    <a:pt x="328" y="668"/>
                    <a:pt x="264" y="681"/>
                    <a:pt x="183" y="675"/>
                  </a:cubicBezTo>
                  <a:cubicBezTo>
                    <a:pt x="176" y="655"/>
                    <a:pt x="157" y="640"/>
                    <a:pt x="134" y="640"/>
                  </a:cubicBezTo>
                  <a:cubicBezTo>
                    <a:pt x="106" y="640"/>
                    <a:pt x="83" y="663"/>
                    <a:pt x="83" y="691"/>
                  </a:cubicBezTo>
                  <a:cubicBezTo>
                    <a:pt x="83" y="718"/>
                    <a:pt x="106" y="742"/>
                    <a:pt x="134" y="742"/>
                  </a:cubicBezTo>
                  <a:cubicBezTo>
                    <a:pt x="156" y="742"/>
                    <a:pt x="175" y="729"/>
                    <a:pt x="182" y="709"/>
                  </a:cubicBezTo>
                  <a:cubicBezTo>
                    <a:pt x="195" y="710"/>
                    <a:pt x="208" y="710"/>
                    <a:pt x="221" y="710"/>
                  </a:cubicBezTo>
                  <a:cubicBezTo>
                    <a:pt x="291" y="710"/>
                    <a:pt x="349" y="693"/>
                    <a:pt x="387" y="659"/>
                  </a:cubicBezTo>
                  <a:cubicBezTo>
                    <a:pt x="412" y="637"/>
                    <a:pt x="427" y="608"/>
                    <a:pt x="431" y="576"/>
                  </a:cubicBezTo>
                  <a:cubicBezTo>
                    <a:pt x="456" y="578"/>
                    <a:pt x="484" y="578"/>
                    <a:pt x="513" y="579"/>
                  </a:cubicBezTo>
                  <a:cubicBezTo>
                    <a:pt x="510" y="703"/>
                    <a:pt x="467" y="770"/>
                    <a:pt x="443" y="801"/>
                  </a:cubicBezTo>
                  <a:cubicBezTo>
                    <a:pt x="437" y="808"/>
                    <a:pt x="438" y="817"/>
                    <a:pt x="446" y="825"/>
                  </a:cubicBezTo>
                  <a:cubicBezTo>
                    <a:pt x="449" y="827"/>
                    <a:pt x="453" y="830"/>
                    <a:pt x="456" y="830"/>
                  </a:cubicBezTo>
                  <a:cubicBezTo>
                    <a:pt x="460" y="830"/>
                    <a:pt x="466" y="828"/>
                    <a:pt x="469" y="824"/>
                  </a:cubicBezTo>
                  <a:cubicBezTo>
                    <a:pt x="532" y="750"/>
                    <a:pt x="545" y="646"/>
                    <a:pt x="546" y="581"/>
                  </a:cubicBezTo>
                  <a:cubicBezTo>
                    <a:pt x="564" y="581"/>
                    <a:pt x="581" y="581"/>
                    <a:pt x="599" y="581"/>
                  </a:cubicBezTo>
                  <a:cubicBezTo>
                    <a:pt x="607" y="581"/>
                    <a:pt x="616" y="581"/>
                    <a:pt x="625" y="581"/>
                  </a:cubicBezTo>
                  <a:cubicBezTo>
                    <a:pt x="626" y="630"/>
                    <a:pt x="635" y="709"/>
                    <a:pt x="671" y="776"/>
                  </a:cubicBezTo>
                  <a:cubicBezTo>
                    <a:pt x="693" y="817"/>
                    <a:pt x="722" y="850"/>
                    <a:pt x="759" y="872"/>
                  </a:cubicBezTo>
                  <a:cubicBezTo>
                    <a:pt x="797" y="897"/>
                    <a:pt x="843" y="910"/>
                    <a:pt x="897" y="911"/>
                  </a:cubicBezTo>
                  <a:cubicBezTo>
                    <a:pt x="905" y="932"/>
                    <a:pt x="923" y="946"/>
                    <a:pt x="945" y="946"/>
                  </a:cubicBezTo>
                  <a:cubicBezTo>
                    <a:pt x="973" y="946"/>
                    <a:pt x="996" y="922"/>
                    <a:pt x="996" y="895"/>
                  </a:cubicBezTo>
                  <a:cubicBezTo>
                    <a:pt x="996" y="867"/>
                    <a:pt x="973" y="844"/>
                    <a:pt x="945" y="844"/>
                  </a:cubicBezTo>
                  <a:cubicBezTo>
                    <a:pt x="923" y="844"/>
                    <a:pt x="905" y="859"/>
                    <a:pt x="897" y="878"/>
                  </a:cubicBezTo>
                  <a:cubicBezTo>
                    <a:pt x="807" y="874"/>
                    <a:pt x="741" y="834"/>
                    <a:pt x="702" y="760"/>
                  </a:cubicBezTo>
                  <a:cubicBezTo>
                    <a:pt x="669" y="699"/>
                    <a:pt x="661" y="626"/>
                    <a:pt x="660" y="579"/>
                  </a:cubicBezTo>
                  <a:cubicBezTo>
                    <a:pt x="686" y="579"/>
                    <a:pt x="714" y="578"/>
                    <a:pt x="741" y="576"/>
                  </a:cubicBezTo>
                  <a:cubicBezTo>
                    <a:pt x="746" y="608"/>
                    <a:pt x="760" y="637"/>
                    <a:pt x="785" y="659"/>
                  </a:cubicBezTo>
                  <a:cubicBezTo>
                    <a:pt x="823" y="693"/>
                    <a:pt x="880" y="710"/>
                    <a:pt x="951" y="710"/>
                  </a:cubicBezTo>
                  <a:cubicBezTo>
                    <a:pt x="964" y="710"/>
                    <a:pt x="977" y="710"/>
                    <a:pt x="991" y="709"/>
                  </a:cubicBezTo>
                  <a:cubicBezTo>
                    <a:pt x="998" y="728"/>
                    <a:pt x="1017" y="742"/>
                    <a:pt x="1039" y="742"/>
                  </a:cubicBezTo>
                  <a:cubicBezTo>
                    <a:pt x="1066" y="742"/>
                    <a:pt x="1090" y="719"/>
                    <a:pt x="1090" y="691"/>
                  </a:cubicBezTo>
                  <a:cubicBezTo>
                    <a:pt x="1087" y="659"/>
                    <a:pt x="1063" y="636"/>
                    <a:pt x="1034" y="636"/>
                  </a:cubicBezTo>
                  <a:moveTo>
                    <a:pt x="131" y="705"/>
                  </a:moveTo>
                  <a:cubicBezTo>
                    <a:pt x="122" y="705"/>
                    <a:pt x="113" y="697"/>
                    <a:pt x="113" y="687"/>
                  </a:cubicBezTo>
                  <a:cubicBezTo>
                    <a:pt x="113" y="678"/>
                    <a:pt x="121" y="670"/>
                    <a:pt x="131" y="670"/>
                  </a:cubicBezTo>
                  <a:cubicBezTo>
                    <a:pt x="141" y="670"/>
                    <a:pt x="148" y="677"/>
                    <a:pt x="148" y="687"/>
                  </a:cubicBezTo>
                  <a:cubicBezTo>
                    <a:pt x="148" y="697"/>
                    <a:pt x="141" y="705"/>
                    <a:pt x="131" y="705"/>
                  </a:cubicBezTo>
                  <a:moveTo>
                    <a:pt x="942" y="876"/>
                  </a:moveTo>
                  <a:cubicBezTo>
                    <a:pt x="951" y="876"/>
                    <a:pt x="960" y="884"/>
                    <a:pt x="960" y="894"/>
                  </a:cubicBezTo>
                  <a:cubicBezTo>
                    <a:pt x="960" y="904"/>
                    <a:pt x="953" y="911"/>
                    <a:pt x="942" y="911"/>
                  </a:cubicBezTo>
                  <a:cubicBezTo>
                    <a:pt x="934" y="911"/>
                    <a:pt x="925" y="904"/>
                    <a:pt x="925" y="894"/>
                  </a:cubicBezTo>
                  <a:cubicBezTo>
                    <a:pt x="925" y="884"/>
                    <a:pt x="934" y="876"/>
                    <a:pt x="942" y="876"/>
                  </a:cubicBezTo>
                  <a:moveTo>
                    <a:pt x="1034" y="705"/>
                  </a:moveTo>
                  <a:cubicBezTo>
                    <a:pt x="1025" y="705"/>
                    <a:pt x="1017" y="697"/>
                    <a:pt x="1017" y="687"/>
                  </a:cubicBezTo>
                  <a:cubicBezTo>
                    <a:pt x="1017" y="678"/>
                    <a:pt x="1024" y="670"/>
                    <a:pt x="1034" y="670"/>
                  </a:cubicBezTo>
                  <a:cubicBezTo>
                    <a:pt x="1043" y="670"/>
                    <a:pt x="1052" y="677"/>
                    <a:pt x="1052" y="687"/>
                  </a:cubicBezTo>
                  <a:cubicBezTo>
                    <a:pt x="1052" y="697"/>
                    <a:pt x="1044" y="705"/>
                    <a:pt x="1034" y="70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60000" rIns="120000" bIns="6000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42"/>
            <p:cNvSpPr/>
            <p:nvPr/>
          </p:nvSpPr>
          <p:spPr>
            <a:xfrm>
              <a:off x="3681000" y="2018880"/>
              <a:ext cx="12600" cy="65160"/>
            </a:xfrm>
            <a:custGeom>
              <a:avLst/>
              <a:gdLst/>
              <a:ahLst/>
              <a:cxnLst/>
              <a:rect l="l" t="t" r="r" b="b"/>
              <a:pathLst>
                <a:path w="35" h="181" extrusionOk="0">
                  <a:moveTo>
                    <a:pt x="35" y="163"/>
                  </a:moveTo>
                  <a:lnTo>
                    <a:pt x="35" y="18"/>
                  </a:lnTo>
                  <a:cubicBezTo>
                    <a:pt x="35" y="9"/>
                    <a:pt x="28" y="0"/>
                    <a:pt x="18" y="0"/>
                  </a:cubicBezTo>
                  <a:cubicBezTo>
                    <a:pt x="8" y="0"/>
                    <a:pt x="0" y="8"/>
                    <a:pt x="0" y="18"/>
                  </a:cubicBezTo>
                  <a:lnTo>
                    <a:pt x="0" y="163"/>
                  </a:lnTo>
                  <a:cubicBezTo>
                    <a:pt x="0" y="172"/>
                    <a:pt x="8" y="181"/>
                    <a:pt x="18" y="181"/>
                  </a:cubicBezTo>
                  <a:cubicBezTo>
                    <a:pt x="28" y="181"/>
                    <a:pt x="35" y="172"/>
                    <a:pt x="35" y="16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26867" rIns="120000" bIns="26867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42"/>
            <p:cNvSpPr/>
            <p:nvPr/>
          </p:nvSpPr>
          <p:spPr>
            <a:xfrm>
              <a:off x="3705840" y="2018880"/>
              <a:ext cx="39960" cy="65160"/>
            </a:xfrm>
            <a:custGeom>
              <a:avLst/>
              <a:gdLst/>
              <a:ahLst/>
              <a:cxnLst/>
              <a:rect l="l" t="t" r="r" b="b"/>
              <a:pathLst>
                <a:path w="111" h="181" extrusionOk="0">
                  <a:moveTo>
                    <a:pt x="111" y="126"/>
                  </a:moveTo>
                  <a:lnTo>
                    <a:pt x="111" y="56"/>
                  </a:lnTo>
                  <a:cubicBezTo>
                    <a:pt x="111" y="25"/>
                    <a:pt x="85" y="0"/>
                    <a:pt x="55" y="0"/>
                  </a:cubicBezTo>
                  <a:cubicBezTo>
                    <a:pt x="24" y="0"/>
                    <a:pt x="0" y="25"/>
                    <a:pt x="0" y="56"/>
                  </a:cubicBezTo>
                  <a:lnTo>
                    <a:pt x="0" y="126"/>
                  </a:lnTo>
                  <a:cubicBezTo>
                    <a:pt x="0" y="156"/>
                    <a:pt x="24" y="181"/>
                    <a:pt x="55" y="181"/>
                  </a:cubicBezTo>
                  <a:cubicBezTo>
                    <a:pt x="85" y="181"/>
                    <a:pt x="111" y="156"/>
                    <a:pt x="111" y="126"/>
                  </a:cubicBezTo>
                  <a:moveTo>
                    <a:pt x="35" y="126"/>
                  </a:moveTo>
                  <a:lnTo>
                    <a:pt x="35" y="56"/>
                  </a:lnTo>
                  <a:cubicBezTo>
                    <a:pt x="35" y="44"/>
                    <a:pt x="43" y="35"/>
                    <a:pt x="55" y="35"/>
                  </a:cubicBezTo>
                  <a:cubicBezTo>
                    <a:pt x="66" y="35"/>
                    <a:pt x="76" y="44"/>
                    <a:pt x="76" y="56"/>
                  </a:cubicBezTo>
                  <a:lnTo>
                    <a:pt x="76" y="126"/>
                  </a:lnTo>
                  <a:cubicBezTo>
                    <a:pt x="76" y="137"/>
                    <a:pt x="66" y="146"/>
                    <a:pt x="55" y="146"/>
                  </a:cubicBezTo>
                  <a:cubicBezTo>
                    <a:pt x="43" y="146"/>
                    <a:pt x="35" y="137"/>
                    <a:pt x="35" y="1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26867" rIns="120000" bIns="26867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p42"/>
            <p:cNvSpPr/>
            <p:nvPr/>
          </p:nvSpPr>
          <p:spPr>
            <a:xfrm>
              <a:off x="3807000" y="2018880"/>
              <a:ext cx="39960" cy="65160"/>
            </a:xfrm>
            <a:custGeom>
              <a:avLst/>
              <a:gdLst/>
              <a:ahLst/>
              <a:cxnLst/>
              <a:rect l="l" t="t" r="r" b="b"/>
              <a:pathLst>
                <a:path w="111" h="181" extrusionOk="0">
                  <a:moveTo>
                    <a:pt x="55" y="181"/>
                  </a:moveTo>
                  <a:cubicBezTo>
                    <a:pt x="86" y="181"/>
                    <a:pt x="111" y="156"/>
                    <a:pt x="111" y="126"/>
                  </a:cubicBezTo>
                  <a:lnTo>
                    <a:pt x="111" y="56"/>
                  </a:lnTo>
                  <a:cubicBezTo>
                    <a:pt x="111" y="25"/>
                    <a:pt x="85" y="0"/>
                    <a:pt x="55" y="0"/>
                  </a:cubicBezTo>
                  <a:cubicBezTo>
                    <a:pt x="24" y="0"/>
                    <a:pt x="0" y="25"/>
                    <a:pt x="0" y="56"/>
                  </a:cubicBezTo>
                  <a:lnTo>
                    <a:pt x="0" y="126"/>
                  </a:lnTo>
                  <a:cubicBezTo>
                    <a:pt x="0" y="156"/>
                    <a:pt x="25" y="181"/>
                    <a:pt x="55" y="181"/>
                  </a:cubicBezTo>
                  <a:moveTo>
                    <a:pt x="35" y="56"/>
                  </a:moveTo>
                  <a:cubicBezTo>
                    <a:pt x="35" y="44"/>
                    <a:pt x="44" y="35"/>
                    <a:pt x="55" y="35"/>
                  </a:cubicBezTo>
                  <a:cubicBezTo>
                    <a:pt x="67" y="35"/>
                    <a:pt x="76" y="44"/>
                    <a:pt x="76" y="56"/>
                  </a:cubicBezTo>
                  <a:lnTo>
                    <a:pt x="76" y="126"/>
                  </a:lnTo>
                  <a:cubicBezTo>
                    <a:pt x="76" y="137"/>
                    <a:pt x="67" y="146"/>
                    <a:pt x="55" y="146"/>
                  </a:cubicBezTo>
                  <a:cubicBezTo>
                    <a:pt x="44" y="146"/>
                    <a:pt x="35" y="137"/>
                    <a:pt x="35" y="126"/>
                  </a:cubicBezTo>
                  <a:lnTo>
                    <a:pt x="35" y="5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26867" rIns="120000" bIns="26867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42"/>
            <p:cNvSpPr/>
            <p:nvPr/>
          </p:nvSpPr>
          <p:spPr>
            <a:xfrm>
              <a:off x="3757680" y="2018880"/>
              <a:ext cx="12600" cy="65160"/>
            </a:xfrm>
            <a:custGeom>
              <a:avLst/>
              <a:gdLst/>
              <a:ahLst/>
              <a:cxnLst/>
              <a:rect l="l" t="t" r="r" b="b"/>
              <a:pathLst>
                <a:path w="35" h="181" extrusionOk="0">
                  <a:moveTo>
                    <a:pt x="35" y="163"/>
                  </a:moveTo>
                  <a:lnTo>
                    <a:pt x="35" y="18"/>
                  </a:lnTo>
                  <a:cubicBezTo>
                    <a:pt x="35" y="9"/>
                    <a:pt x="28" y="0"/>
                    <a:pt x="18" y="0"/>
                  </a:cubicBezTo>
                  <a:cubicBezTo>
                    <a:pt x="9" y="0"/>
                    <a:pt x="0" y="8"/>
                    <a:pt x="0" y="18"/>
                  </a:cubicBezTo>
                  <a:lnTo>
                    <a:pt x="0" y="163"/>
                  </a:lnTo>
                  <a:cubicBezTo>
                    <a:pt x="0" y="172"/>
                    <a:pt x="7" y="181"/>
                    <a:pt x="18" y="181"/>
                  </a:cubicBezTo>
                  <a:cubicBezTo>
                    <a:pt x="28" y="181"/>
                    <a:pt x="35" y="174"/>
                    <a:pt x="35" y="16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26867" rIns="120000" bIns="26867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p42"/>
            <p:cNvSpPr/>
            <p:nvPr/>
          </p:nvSpPr>
          <p:spPr>
            <a:xfrm>
              <a:off x="3782520" y="2018880"/>
              <a:ext cx="12600" cy="65160"/>
            </a:xfrm>
            <a:custGeom>
              <a:avLst/>
              <a:gdLst/>
              <a:ahLst/>
              <a:cxnLst/>
              <a:rect l="l" t="t" r="r" b="b"/>
              <a:pathLst>
                <a:path w="35" h="181" extrusionOk="0">
                  <a:moveTo>
                    <a:pt x="35" y="163"/>
                  </a:moveTo>
                  <a:lnTo>
                    <a:pt x="35" y="18"/>
                  </a:lnTo>
                  <a:cubicBezTo>
                    <a:pt x="35" y="9"/>
                    <a:pt x="27" y="0"/>
                    <a:pt x="17" y="0"/>
                  </a:cubicBezTo>
                  <a:cubicBezTo>
                    <a:pt x="7" y="0"/>
                    <a:pt x="0" y="8"/>
                    <a:pt x="0" y="18"/>
                  </a:cubicBezTo>
                  <a:lnTo>
                    <a:pt x="0" y="163"/>
                  </a:lnTo>
                  <a:cubicBezTo>
                    <a:pt x="0" y="172"/>
                    <a:pt x="7" y="181"/>
                    <a:pt x="17" y="181"/>
                  </a:cubicBezTo>
                  <a:cubicBezTo>
                    <a:pt x="27" y="181"/>
                    <a:pt x="35" y="174"/>
                    <a:pt x="35" y="16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26867" rIns="120000" bIns="26867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42"/>
            <p:cNvSpPr/>
            <p:nvPr/>
          </p:nvSpPr>
          <p:spPr>
            <a:xfrm>
              <a:off x="3757680" y="214848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35" h="35" extrusionOk="0">
                  <a:moveTo>
                    <a:pt x="35" y="18"/>
                  </a:moveTo>
                  <a:cubicBezTo>
                    <a:pt x="35" y="21"/>
                    <a:pt x="34" y="24"/>
                    <a:pt x="33" y="27"/>
                  </a:cubicBezTo>
                  <a:cubicBezTo>
                    <a:pt x="31" y="29"/>
                    <a:pt x="29" y="31"/>
                    <a:pt x="27" y="33"/>
                  </a:cubicBezTo>
                  <a:cubicBezTo>
                    <a:pt x="24" y="35"/>
                    <a:pt x="21" y="35"/>
                    <a:pt x="18" y="35"/>
                  </a:cubicBezTo>
                  <a:cubicBezTo>
                    <a:pt x="15" y="35"/>
                    <a:pt x="12" y="34"/>
                    <a:pt x="9" y="33"/>
                  </a:cubicBezTo>
                  <a:cubicBezTo>
                    <a:pt x="6" y="31"/>
                    <a:pt x="4" y="29"/>
                    <a:pt x="3" y="27"/>
                  </a:cubicBezTo>
                  <a:cubicBezTo>
                    <a:pt x="1" y="24"/>
                    <a:pt x="0" y="21"/>
                    <a:pt x="0" y="18"/>
                  </a:cubicBezTo>
                  <a:cubicBezTo>
                    <a:pt x="0" y="15"/>
                    <a:pt x="1" y="12"/>
                    <a:pt x="3" y="9"/>
                  </a:cubicBezTo>
                  <a:cubicBezTo>
                    <a:pt x="4" y="7"/>
                    <a:pt x="6" y="4"/>
                    <a:pt x="9" y="3"/>
                  </a:cubicBezTo>
                  <a:cubicBezTo>
                    <a:pt x="12" y="1"/>
                    <a:pt x="15" y="0"/>
                    <a:pt x="18" y="0"/>
                  </a:cubicBezTo>
                  <a:cubicBezTo>
                    <a:pt x="21" y="0"/>
                    <a:pt x="23" y="1"/>
                    <a:pt x="26" y="3"/>
                  </a:cubicBezTo>
                  <a:cubicBezTo>
                    <a:pt x="28" y="4"/>
                    <a:pt x="31" y="6"/>
                    <a:pt x="33" y="9"/>
                  </a:cubicBezTo>
                  <a:cubicBezTo>
                    <a:pt x="34" y="12"/>
                    <a:pt x="35" y="15"/>
                    <a:pt x="35" y="1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0" rIns="120000" bIns="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42"/>
            <p:cNvSpPr/>
            <p:nvPr/>
          </p:nvSpPr>
          <p:spPr>
            <a:xfrm>
              <a:off x="3711960" y="214848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35" h="35" extrusionOk="0">
                  <a:moveTo>
                    <a:pt x="35" y="18"/>
                  </a:moveTo>
                  <a:cubicBezTo>
                    <a:pt x="35" y="21"/>
                    <a:pt x="35" y="23"/>
                    <a:pt x="33" y="26"/>
                  </a:cubicBezTo>
                  <a:cubicBezTo>
                    <a:pt x="31" y="28"/>
                    <a:pt x="29" y="31"/>
                    <a:pt x="27" y="33"/>
                  </a:cubicBezTo>
                  <a:cubicBezTo>
                    <a:pt x="24" y="34"/>
                    <a:pt x="21" y="35"/>
                    <a:pt x="18" y="35"/>
                  </a:cubicBezTo>
                  <a:cubicBezTo>
                    <a:pt x="15" y="35"/>
                    <a:pt x="12" y="34"/>
                    <a:pt x="9" y="33"/>
                  </a:cubicBezTo>
                  <a:cubicBezTo>
                    <a:pt x="6" y="31"/>
                    <a:pt x="4" y="28"/>
                    <a:pt x="3" y="26"/>
                  </a:cubicBezTo>
                  <a:cubicBezTo>
                    <a:pt x="1" y="23"/>
                    <a:pt x="0" y="21"/>
                    <a:pt x="0" y="18"/>
                  </a:cubicBezTo>
                  <a:cubicBezTo>
                    <a:pt x="0" y="15"/>
                    <a:pt x="1" y="12"/>
                    <a:pt x="3" y="9"/>
                  </a:cubicBezTo>
                  <a:cubicBezTo>
                    <a:pt x="4" y="6"/>
                    <a:pt x="6" y="4"/>
                    <a:pt x="9" y="3"/>
                  </a:cubicBezTo>
                  <a:cubicBezTo>
                    <a:pt x="12" y="1"/>
                    <a:pt x="15" y="0"/>
                    <a:pt x="18" y="0"/>
                  </a:cubicBezTo>
                  <a:cubicBezTo>
                    <a:pt x="21" y="0"/>
                    <a:pt x="24" y="1"/>
                    <a:pt x="27" y="3"/>
                  </a:cubicBezTo>
                  <a:cubicBezTo>
                    <a:pt x="29" y="4"/>
                    <a:pt x="31" y="6"/>
                    <a:pt x="33" y="9"/>
                  </a:cubicBezTo>
                  <a:cubicBezTo>
                    <a:pt x="35" y="12"/>
                    <a:pt x="35" y="15"/>
                    <a:pt x="35" y="1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0" rIns="120000" bIns="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42"/>
            <p:cNvSpPr/>
            <p:nvPr/>
          </p:nvSpPr>
          <p:spPr>
            <a:xfrm>
              <a:off x="3803760" y="214848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35" h="35" extrusionOk="0">
                  <a:moveTo>
                    <a:pt x="35" y="18"/>
                  </a:moveTo>
                  <a:cubicBezTo>
                    <a:pt x="35" y="21"/>
                    <a:pt x="34" y="23"/>
                    <a:pt x="33" y="26"/>
                  </a:cubicBezTo>
                  <a:cubicBezTo>
                    <a:pt x="31" y="28"/>
                    <a:pt x="29" y="31"/>
                    <a:pt x="27" y="33"/>
                  </a:cubicBezTo>
                  <a:cubicBezTo>
                    <a:pt x="24" y="34"/>
                    <a:pt x="21" y="35"/>
                    <a:pt x="18" y="35"/>
                  </a:cubicBezTo>
                  <a:cubicBezTo>
                    <a:pt x="15" y="35"/>
                    <a:pt x="12" y="34"/>
                    <a:pt x="9" y="33"/>
                  </a:cubicBezTo>
                  <a:cubicBezTo>
                    <a:pt x="6" y="31"/>
                    <a:pt x="4" y="28"/>
                    <a:pt x="3" y="26"/>
                  </a:cubicBezTo>
                  <a:cubicBezTo>
                    <a:pt x="1" y="23"/>
                    <a:pt x="0" y="21"/>
                    <a:pt x="0" y="18"/>
                  </a:cubicBezTo>
                  <a:cubicBezTo>
                    <a:pt x="0" y="15"/>
                    <a:pt x="1" y="12"/>
                    <a:pt x="3" y="9"/>
                  </a:cubicBezTo>
                  <a:cubicBezTo>
                    <a:pt x="4" y="6"/>
                    <a:pt x="6" y="4"/>
                    <a:pt x="9" y="3"/>
                  </a:cubicBezTo>
                  <a:cubicBezTo>
                    <a:pt x="12" y="1"/>
                    <a:pt x="15" y="0"/>
                    <a:pt x="18" y="0"/>
                  </a:cubicBezTo>
                  <a:cubicBezTo>
                    <a:pt x="21" y="0"/>
                    <a:pt x="24" y="1"/>
                    <a:pt x="27" y="3"/>
                  </a:cubicBezTo>
                  <a:cubicBezTo>
                    <a:pt x="29" y="4"/>
                    <a:pt x="31" y="6"/>
                    <a:pt x="33" y="9"/>
                  </a:cubicBezTo>
                  <a:cubicBezTo>
                    <a:pt x="34" y="12"/>
                    <a:pt x="35" y="15"/>
                    <a:pt x="35" y="1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0" rIns="120000" bIns="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55" name="Google Shape;655;p42"/>
          <p:cNvGrpSpPr/>
          <p:nvPr/>
        </p:nvGrpSpPr>
        <p:grpSpPr>
          <a:xfrm>
            <a:off x="7539019" y="1889700"/>
            <a:ext cx="562080" cy="561120"/>
            <a:chOff x="5699880" y="1907640"/>
            <a:chExt cx="421560" cy="420840"/>
          </a:xfrm>
        </p:grpSpPr>
        <p:sp>
          <p:nvSpPr>
            <p:cNvPr id="656" name="Google Shape;656;p42"/>
            <p:cNvSpPr/>
            <p:nvPr/>
          </p:nvSpPr>
          <p:spPr>
            <a:xfrm>
              <a:off x="5748120" y="1907640"/>
              <a:ext cx="200880" cy="146880"/>
            </a:xfrm>
            <a:custGeom>
              <a:avLst/>
              <a:gdLst/>
              <a:ahLst/>
              <a:cxnLst/>
              <a:rect l="l" t="t" r="r" b="b"/>
              <a:pathLst>
                <a:path w="558" h="408" extrusionOk="0">
                  <a:moveTo>
                    <a:pt x="5" y="404"/>
                  </a:moveTo>
                  <a:cubicBezTo>
                    <a:pt x="8" y="407"/>
                    <a:pt x="12" y="408"/>
                    <a:pt x="16" y="408"/>
                  </a:cubicBezTo>
                  <a:cubicBezTo>
                    <a:pt x="21" y="408"/>
                    <a:pt x="25" y="407"/>
                    <a:pt x="30" y="403"/>
                  </a:cubicBezTo>
                  <a:cubicBezTo>
                    <a:pt x="120" y="308"/>
                    <a:pt x="266" y="168"/>
                    <a:pt x="454" y="37"/>
                  </a:cubicBezTo>
                  <a:cubicBezTo>
                    <a:pt x="480" y="54"/>
                    <a:pt x="506" y="75"/>
                    <a:pt x="531" y="94"/>
                  </a:cubicBezTo>
                  <a:cubicBezTo>
                    <a:pt x="538" y="100"/>
                    <a:pt x="550" y="98"/>
                    <a:pt x="554" y="91"/>
                  </a:cubicBezTo>
                  <a:cubicBezTo>
                    <a:pt x="560" y="84"/>
                    <a:pt x="558" y="72"/>
                    <a:pt x="551" y="67"/>
                  </a:cubicBezTo>
                  <a:cubicBezTo>
                    <a:pt x="522" y="46"/>
                    <a:pt x="493" y="24"/>
                    <a:pt x="462" y="3"/>
                  </a:cubicBezTo>
                  <a:cubicBezTo>
                    <a:pt x="456" y="-1"/>
                    <a:pt x="449" y="-1"/>
                    <a:pt x="443" y="3"/>
                  </a:cubicBezTo>
                  <a:cubicBezTo>
                    <a:pt x="250" y="139"/>
                    <a:pt x="98" y="283"/>
                    <a:pt x="5" y="381"/>
                  </a:cubicBezTo>
                  <a:cubicBezTo>
                    <a:pt x="-2" y="387"/>
                    <a:pt x="-2" y="397"/>
                    <a:pt x="5" y="40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60000" rIns="120000" bIns="6000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42"/>
            <p:cNvSpPr/>
            <p:nvPr/>
          </p:nvSpPr>
          <p:spPr>
            <a:xfrm>
              <a:off x="5699880" y="1940760"/>
              <a:ext cx="421560" cy="387720"/>
            </a:xfrm>
            <a:custGeom>
              <a:avLst/>
              <a:gdLst/>
              <a:ahLst/>
              <a:cxnLst/>
              <a:rect l="l" t="t" r="r" b="b"/>
              <a:pathLst>
                <a:path w="1171" h="1077" extrusionOk="0">
                  <a:moveTo>
                    <a:pt x="1167" y="439"/>
                  </a:moveTo>
                  <a:cubicBezTo>
                    <a:pt x="1166" y="437"/>
                    <a:pt x="1108" y="362"/>
                    <a:pt x="1001" y="254"/>
                  </a:cubicBezTo>
                  <a:cubicBezTo>
                    <a:pt x="1004" y="127"/>
                    <a:pt x="995" y="21"/>
                    <a:pt x="995" y="19"/>
                  </a:cubicBezTo>
                  <a:cubicBezTo>
                    <a:pt x="995" y="12"/>
                    <a:pt x="988" y="5"/>
                    <a:pt x="981" y="3"/>
                  </a:cubicBezTo>
                  <a:cubicBezTo>
                    <a:pt x="978" y="3"/>
                    <a:pt x="927" y="-4"/>
                    <a:pt x="859" y="3"/>
                  </a:cubicBezTo>
                  <a:cubicBezTo>
                    <a:pt x="850" y="5"/>
                    <a:pt x="844" y="10"/>
                    <a:pt x="844" y="19"/>
                  </a:cubicBezTo>
                  <a:cubicBezTo>
                    <a:pt x="844" y="19"/>
                    <a:pt x="841" y="51"/>
                    <a:pt x="840" y="101"/>
                  </a:cubicBezTo>
                  <a:cubicBezTo>
                    <a:pt x="810" y="75"/>
                    <a:pt x="780" y="50"/>
                    <a:pt x="746" y="24"/>
                  </a:cubicBezTo>
                  <a:cubicBezTo>
                    <a:pt x="739" y="18"/>
                    <a:pt x="729" y="19"/>
                    <a:pt x="722" y="26"/>
                  </a:cubicBezTo>
                  <a:cubicBezTo>
                    <a:pt x="716" y="34"/>
                    <a:pt x="717" y="44"/>
                    <a:pt x="725" y="51"/>
                  </a:cubicBezTo>
                  <a:cubicBezTo>
                    <a:pt x="952" y="233"/>
                    <a:pt x="1097" y="408"/>
                    <a:pt x="1132" y="452"/>
                  </a:cubicBezTo>
                  <a:cubicBezTo>
                    <a:pt x="1122" y="465"/>
                    <a:pt x="1103" y="487"/>
                    <a:pt x="1081" y="500"/>
                  </a:cubicBezTo>
                  <a:cubicBezTo>
                    <a:pt x="1035" y="448"/>
                    <a:pt x="815" y="203"/>
                    <a:pt x="596" y="48"/>
                  </a:cubicBezTo>
                  <a:cubicBezTo>
                    <a:pt x="590" y="44"/>
                    <a:pt x="582" y="44"/>
                    <a:pt x="576" y="48"/>
                  </a:cubicBezTo>
                  <a:cubicBezTo>
                    <a:pt x="357" y="204"/>
                    <a:pt x="137" y="448"/>
                    <a:pt x="91" y="500"/>
                  </a:cubicBezTo>
                  <a:cubicBezTo>
                    <a:pt x="69" y="487"/>
                    <a:pt x="50" y="465"/>
                    <a:pt x="40" y="452"/>
                  </a:cubicBezTo>
                  <a:cubicBezTo>
                    <a:pt x="51" y="437"/>
                    <a:pt x="75" y="410"/>
                    <a:pt x="108" y="372"/>
                  </a:cubicBezTo>
                  <a:cubicBezTo>
                    <a:pt x="114" y="364"/>
                    <a:pt x="114" y="354"/>
                    <a:pt x="107" y="347"/>
                  </a:cubicBezTo>
                  <a:cubicBezTo>
                    <a:pt x="99" y="341"/>
                    <a:pt x="89" y="341"/>
                    <a:pt x="82" y="348"/>
                  </a:cubicBezTo>
                  <a:cubicBezTo>
                    <a:pt x="31" y="405"/>
                    <a:pt x="5" y="439"/>
                    <a:pt x="3" y="440"/>
                  </a:cubicBezTo>
                  <a:cubicBezTo>
                    <a:pt x="-1" y="446"/>
                    <a:pt x="-1" y="453"/>
                    <a:pt x="3" y="461"/>
                  </a:cubicBezTo>
                  <a:cubicBezTo>
                    <a:pt x="5" y="464"/>
                    <a:pt x="40" y="515"/>
                    <a:pt x="86" y="536"/>
                  </a:cubicBezTo>
                  <a:cubicBezTo>
                    <a:pt x="94" y="539"/>
                    <a:pt x="101" y="538"/>
                    <a:pt x="107" y="532"/>
                  </a:cubicBezTo>
                  <a:cubicBezTo>
                    <a:pt x="107" y="532"/>
                    <a:pt x="117" y="520"/>
                    <a:pt x="133" y="503"/>
                  </a:cubicBezTo>
                  <a:cubicBezTo>
                    <a:pt x="129" y="606"/>
                    <a:pt x="126" y="799"/>
                    <a:pt x="134" y="1024"/>
                  </a:cubicBezTo>
                  <a:cubicBezTo>
                    <a:pt x="91" y="1020"/>
                    <a:pt x="66" y="1017"/>
                    <a:pt x="65" y="1017"/>
                  </a:cubicBezTo>
                  <a:cubicBezTo>
                    <a:pt x="56" y="1016"/>
                    <a:pt x="47" y="1023"/>
                    <a:pt x="46" y="1032"/>
                  </a:cubicBezTo>
                  <a:cubicBezTo>
                    <a:pt x="44" y="1040"/>
                    <a:pt x="51" y="1049"/>
                    <a:pt x="60" y="1051"/>
                  </a:cubicBezTo>
                  <a:cubicBezTo>
                    <a:pt x="62" y="1051"/>
                    <a:pt x="281" y="1077"/>
                    <a:pt x="585" y="1077"/>
                  </a:cubicBezTo>
                  <a:cubicBezTo>
                    <a:pt x="890" y="1077"/>
                    <a:pt x="1108" y="1051"/>
                    <a:pt x="1109" y="1051"/>
                  </a:cubicBezTo>
                  <a:cubicBezTo>
                    <a:pt x="1118" y="1049"/>
                    <a:pt x="1126" y="1040"/>
                    <a:pt x="1124" y="1032"/>
                  </a:cubicBezTo>
                  <a:cubicBezTo>
                    <a:pt x="1123" y="1023"/>
                    <a:pt x="1113" y="1016"/>
                    <a:pt x="1105" y="1017"/>
                  </a:cubicBezTo>
                  <a:cubicBezTo>
                    <a:pt x="1105" y="1017"/>
                    <a:pt x="1079" y="1020"/>
                    <a:pt x="1035" y="1024"/>
                  </a:cubicBezTo>
                  <a:cubicBezTo>
                    <a:pt x="1036" y="994"/>
                    <a:pt x="1038" y="963"/>
                    <a:pt x="1038" y="933"/>
                  </a:cubicBezTo>
                  <a:cubicBezTo>
                    <a:pt x="1038" y="924"/>
                    <a:pt x="1031" y="915"/>
                    <a:pt x="1022" y="915"/>
                  </a:cubicBezTo>
                  <a:cubicBezTo>
                    <a:pt x="1014" y="915"/>
                    <a:pt x="1004" y="922"/>
                    <a:pt x="1004" y="931"/>
                  </a:cubicBezTo>
                  <a:cubicBezTo>
                    <a:pt x="1003" y="963"/>
                    <a:pt x="1003" y="995"/>
                    <a:pt x="1001" y="1027"/>
                  </a:cubicBezTo>
                  <a:cubicBezTo>
                    <a:pt x="910" y="1035"/>
                    <a:pt x="762" y="1043"/>
                    <a:pt x="586" y="1043"/>
                  </a:cubicBezTo>
                  <a:cubicBezTo>
                    <a:pt x="410" y="1043"/>
                    <a:pt x="263" y="1035"/>
                    <a:pt x="169" y="1027"/>
                  </a:cubicBezTo>
                  <a:cubicBezTo>
                    <a:pt x="156" y="718"/>
                    <a:pt x="168" y="496"/>
                    <a:pt x="169" y="462"/>
                  </a:cubicBezTo>
                  <a:cubicBezTo>
                    <a:pt x="255" y="369"/>
                    <a:pt x="420" y="200"/>
                    <a:pt x="585" y="82"/>
                  </a:cubicBezTo>
                  <a:cubicBezTo>
                    <a:pt x="749" y="201"/>
                    <a:pt x="912" y="369"/>
                    <a:pt x="1000" y="462"/>
                  </a:cubicBezTo>
                  <a:cubicBezTo>
                    <a:pt x="1001" y="493"/>
                    <a:pt x="1009" y="638"/>
                    <a:pt x="1006" y="848"/>
                  </a:cubicBezTo>
                  <a:cubicBezTo>
                    <a:pt x="1006" y="857"/>
                    <a:pt x="1013" y="866"/>
                    <a:pt x="1023" y="866"/>
                  </a:cubicBezTo>
                  <a:lnTo>
                    <a:pt x="1023" y="866"/>
                  </a:lnTo>
                  <a:cubicBezTo>
                    <a:pt x="1032" y="866"/>
                    <a:pt x="1041" y="858"/>
                    <a:pt x="1041" y="848"/>
                  </a:cubicBezTo>
                  <a:cubicBezTo>
                    <a:pt x="1044" y="688"/>
                    <a:pt x="1039" y="564"/>
                    <a:pt x="1036" y="501"/>
                  </a:cubicBezTo>
                  <a:cubicBezTo>
                    <a:pt x="1054" y="520"/>
                    <a:pt x="1062" y="531"/>
                    <a:pt x="1062" y="532"/>
                  </a:cubicBezTo>
                  <a:cubicBezTo>
                    <a:pt x="1065" y="536"/>
                    <a:pt x="1071" y="538"/>
                    <a:pt x="1076" y="538"/>
                  </a:cubicBezTo>
                  <a:cubicBezTo>
                    <a:pt x="1079" y="538"/>
                    <a:pt x="1080" y="538"/>
                    <a:pt x="1083" y="536"/>
                  </a:cubicBezTo>
                  <a:cubicBezTo>
                    <a:pt x="1130" y="515"/>
                    <a:pt x="1164" y="462"/>
                    <a:pt x="1166" y="461"/>
                  </a:cubicBezTo>
                  <a:cubicBezTo>
                    <a:pt x="1172" y="452"/>
                    <a:pt x="1172" y="445"/>
                    <a:pt x="1167" y="439"/>
                  </a:cubicBezTo>
                  <a:moveTo>
                    <a:pt x="968" y="220"/>
                  </a:moveTo>
                  <a:cubicBezTo>
                    <a:pt x="939" y="191"/>
                    <a:pt x="907" y="162"/>
                    <a:pt x="872" y="130"/>
                  </a:cubicBezTo>
                  <a:cubicBezTo>
                    <a:pt x="873" y="88"/>
                    <a:pt x="875" y="54"/>
                    <a:pt x="876" y="37"/>
                  </a:cubicBezTo>
                  <a:cubicBezTo>
                    <a:pt x="914" y="34"/>
                    <a:pt x="946" y="35"/>
                    <a:pt x="962" y="37"/>
                  </a:cubicBezTo>
                  <a:cubicBezTo>
                    <a:pt x="965" y="64"/>
                    <a:pt x="969" y="136"/>
                    <a:pt x="968" y="22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60000" rIns="120000" bIns="6000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42"/>
            <p:cNvSpPr/>
            <p:nvPr/>
          </p:nvSpPr>
          <p:spPr>
            <a:xfrm>
              <a:off x="5863680" y="2121120"/>
              <a:ext cx="94320" cy="95040"/>
            </a:xfrm>
            <a:custGeom>
              <a:avLst/>
              <a:gdLst/>
              <a:ahLst/>
              <a:cxnLst/>
              <a:rect l="l" t="t" r="r" b="b"/>
              <a:pathLst>
                <a:path w="262" h="264" extrusionOk="0">
                  <a:moveTo>
                    <a:pt x="242" y="3"/>
                  </a:moveTo>
                  <a:cubicBezTo>
                    <a:pt x="213" y="2"/>
                    <a:pt x="182" y="0"/>
                    <a:pt x="151" y="0"/>
                  </a:cubicBezTo>
                  <a:lnTo>
                    <a:pt x="151" y="0"/>
                  </a:lnTo>
                  <a:cubicBezTo>
                    <a:pt x="143" y="0"/>
                    <a:pt x="134" y="8"/>
                    <a:pt x="134" y="18"/>
                  </a:cubicBezTo>
                  <a:cubicBezTo>
                    <a:pt x="134" y="27"/>
                    <a:pt x="141" y="35"/>
                    <a:pt x="151" y="35"/>
                  </a:cubicBezTo>
                  <a:cubicBezTo>
                    <a:pt x="176" y="35"/>
                    <a:pt x="201" y="37"/>
                    <a:pt x="224" y="38"/>
                  </a:cubicBezTo>
                  <a:cubicBezTo>
                    <a:pt x="229" y="113"/>
                    <a:pt x="227" y="178"/>
                    <a:pt x="224" y="226"/>
                  </a:cubicBezTo>
                  <a:cubicBezTo>
                    <a:pt x="176" y="229"/>
                    <a:pt x="111" y="231"/>
                    <a:pt x="36" y="226"/>
                  </a:cubicBezTo>
                  <a:cubicBezTo>
                    <a:pt x="32" y="152"/>
                    <a:pt x="33" y="86"/>
                    <a:pt x="36" y="38"/>
                  </a:cubicBezTo>
                  <a:cubicBezTo>
                    <a:pt x="47" y="38"/>
                    <a:pt x="58" y="37"/>
                    <a:pt x="68" y="37"/>
                  </a:cubicBezTo>
                  <a:cubicBezTo>
                    <a:pt x="77" y="37"/>
                    <a:pt x="86" y="28"/>
                    <a:pt x="84" y="19"/>
                  </a:cubicBezTo>
                  <a:cubicBezTo>
                    <a:pt x="84" y="11"/>
                    <a:pt x="76" y="2"/>
                    <a:pt x="67" y="3"/>
                  </a:cubicBezTo>
                  <a:cubicBezTo>
                    <a:pt x="51" y="3"/>
                    <a:pt x="35" y="5"/>
                    <a:pt x="19" y="6"/>
                  </a:cubicBezTo>
                  <a:cubicBezTo>
                    <a:pt x="10" y="6"/>
                    <a:pt x="3" y="14"/>
                    <a:pt x="3" y="22"/>
                  </a:cubicBezTo>
                  <a:cubicBezTo>
                    <a:pt x="0" y="75"/>
                    <a:pt x="-3" y="155"/>
                    <a:pt x="3" y="245"/>
                  </a:cubicBezTo>
                  <a:cubicBezTo>
                    <a:pt x="3" y="254"/>
                    <a:pt x="10" y="261"/>
                    <a:pt x="19" y="261"/>
                  </a:cubicBezTo>
                  <a:cubicBezTo>
                    <a:pt x="57" y="264"/>
                    <a:pt x="93" y="264"/>
                    <a:pt x="127" y="264"/>
                  </a:cubicBezTo>
                  <a:cubicBezTo>
                    <a:pt x="172" y="264"/>
                    <a:pt x="211" y="263"/>
                    <a:pt x="242" y="261"/>
                  </a:cubicBezTo>
                  <a:cubicBezTo>
                    <a:pt x="251" y="261"/>
                    <a:pt x="258" y="254"/>
                    <a:pt x="258" y="245"/>
                  </a:cubicBezTo>
                  <a:cubicBezTo>
                    <a:pt x="261" y="193"/>
                    <a:pt x="264" y="113"/>
                    <a:pt x="258" y="22"/>
                  </a:cubicBezTo>
                  <a:cubicBezTo>
                    <a:pt x="258" y="11"/>
                    <a:pt x="251" y="5"/>
                    <a:pt x="242" y="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60000" rIns="120000" bIns="6000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42"/>
            <p:cNvSpPr/>
            <p:nvPr/>
          </p:nvSpPr>
          <p:spPr>
            <a:xfrm>
              <a:off x="5789160" y="2045880"/>
              <a:ext cx="244440" cy="244440"/>
            </a:xfrm>
            <a:custGeom>
              <a:avLst/>
              <a:gdLst/>
              <a:ahLst/>
              <a:cxnLst/>
              <a:rect l="l" t="t" r="r" b="b"/>
              <a:pathLst>
                <a:path w="679" h="679" extrusionOk="0">
                  <a:moveTo>
                    <a:pt x="628" y="310"/>
                  </a:moveTo>
                  <a:cubicBezTo>
                    <a:pt x="656" y="310"/>
                    <a:pt x="679" y="287"/>
                    <a:pt x="679" y="259"/>
                  </a:cubicBezTo>
                  <a:cubicBezTo>
                    <a:pt x="679" y="231"/>
                    <a:pt x="656" y="208"/>
                    <a:pt x="628" y="208"/>
                  </a:cubicBezTo>
                  <a:cubicBezTo>
                    <a:pt x="606" y="208"/>
                    <a:pt x="587" y="223"/>
                    <a:pt x="580" y="243"/>
                  </a:cubicBezTo>
                  <a:lnTo>
                    <a:pt x="554" y="243"/>
                  </a:lnTo>
                  <a:cubicBezTo>
                    <a:pt x="552" y="212"/>
                    <a:pt x="549" y="180"/>
                    <a:pt x="545" y="148"/>
                  </a:cubicBezTo>
                  <a:cubicBezTo>
                    <a:pt x="544" y="141"/>
                    <a:pt x="538" y="134"/>
                    <a:pt x="530" y="134"/>
                  </a:cubicBezTo>
                  <a:cubicBezTo>
                    <a:pt x="498" y="129"/>
                    <a:pt x="466" y="126"/>
                    <a:pt x="436" y="125"/>
                  </a:cubicBezTo>
                  <a:lnTo>
                    <a:pt x="436" y="99"/>
                  </a:lnTo>
                  <a:cubicBezTo>
                    <a:pt x="456" y="91"/>
                    <a:pt x="471" y="72"/>
                    <a:pt x="471" y="51"/>
                  </a:cubicBezTo>
                  <a:cubicBezTo>
                    <a:pt x="471" y="23"/>
                    <a:pt x="448" y="0"/>
                    <a:pt x="420" y="0"/>
                  </a:cubicBezTo>
                  <a:cubicBezTo>
                    <a:pt x="393" y="0"/>
                    <a:pt x="369" y="23"/>
                    <a:pt x="369" y="51"/>
                  </a:cubicBezTo>
                  <a:cubicBezTo>
                    <a:pt x="369" y="72"/>
                    <a:pt x="383" y="91"/>
                    <a:pt x="404" y="99"/>
                  </a:cubicBezTo>
                  <a:lnTo>
                    <a:pt x="404" y="123"/>
                  </a:lnTo>
                  <a:cubicBezTo>
                    <a:pt x="357" y="122"/>
                    <a:pt x="313" y="122"/>
                    <a:pt x="275" y="123"/>
                  </a:cubicBezTo>
                  <a:lnTo>
                    <a:pt x="275" y="99"/>
                  </a:lnTo>
                  <a:cubicBezTo>
                    <a:pt x="296" y="91"/>
                    <a:pt x="310" y="72"/>
                    <a:pt x="310" y="51"/>
                  </a:cubicBezTo>
                  <a:cubicBezTo>
                    <a:pt x="310" y="23"/>
                    <a:pt x="287" y="0"/>
                    <a:pt x="259" y="0"/>
                  </a:cubicBezTo>
                  <a:cubicBezTo>
                    <a:pt x="232" y="0"/>
                    <a:pt x="208" y="23"/>
                    <a:pt x="208" y="51"/>
                  </a:cubicBezTo>
                  <a:cubicBezTo>
                    <a:pt x="208" y="72"/>
                    <a:pt x="223" y="91"/>
                    <a:pt x="243" y="99"/>
                  </a:cubicBezTo>
                  <a:lnTo>
                    <a:pt x="243" y="125"/>
                  </a:lnTo>
                  <a:cubicBezTo>
                    <a:pt x="185" y="128"/>
                    <a:pt x="149" y="134"/>
                    <a:pt x="149" y="134"/>
                  </a:cubicBezTo>
                  <a:cubicBezTo>
                    <a:pt x="141" y="135"/>
                    <a:pt x="136" y="141"/>
                    <a:pt x="134" y="148"/>
                  </a:cubicBezTo>
                  <a:cubicBezTo>
                    <a:pt x="134" y="150"/>
                    <a:pt x="130" y="186"/>
                    <a:pt x="125" y="243"/>
                  </a:cubicBezTo>
                  <a:lnTo>
                    <a:pt x="99" y="243"/>
                  </a:lnTo>
                  <a:cubicBezTo>
                    <a:pt x="92" y="223"/>
                    <a:pt x="73" y="208"/>
                    <a:pt x="51" y="208"/>
                  </a:cubicBezTo>
                  <a:cubicBezTo>
                    <a:pt x="23" y="208"/>
                    <a:pt x="0" y="231"/>
                    <a:pt x="0" y="259"/>
                  </a:cubicBezTo>
                  <a:cubicBezTo>
                    <a:pt x="0" y="287"/>
                    <a:pt x="23" y="310"/>
                    <a:pt x="51" y="310"/>
                  </a:cubicBezTo>
                  <a:cubicBezTo>
                    <a:pt x="73" y="310"/>
                    <a:pt x="92" y="295"/>
                    <a:pt x="99" y="275"/>
                  </a:cubicBezTo>
                  <a:lnTo>
                    <a:pt x="122" y="275"/>
                  </a:lnTo>
                  <a:cubicBezTo>
                    <a:pt x="121" y="313"/>
                    <a:pt x="121" y="357"/>
                    <a:pt x="122" y="403"/>
                  </a:cubicBezTo>
                  <a:lnTo>
                    <a:pt x="99" y="403"/>
                  </a:lnTo>
                  <a:cubicBezTo>
                    <a:pt x="92" y="383"/>
                    <a:pt x="73" y="368"/>
                    <a:pt x="51" y="368"/>
                  </a:cubicBezTo>
                  <a:cubicBezTo>
                    <a:pt x="23" y="368"/>
                    <a:pt x="0" y="391"/>
                    <a:pt x="0" y="419"/>
                  </a:cubicBezTo>
                  <a:cubicBezTo>
                    <a:pt x="0" y="446"/>
                    <a:pt x="23" y="470"/>
                    <a:pt x="51" y="470"/>
                  </a:cubicBezTo>
                  <a:cubicBezTo>
                    <a:pt x="73" y="470"/>
                    <a:pt x="92" y="456"/>
                    <a:pt x="99" y="435"/>
                  </a:cubicBezTo>
                  <a:lnTo>
                    <a:pt x="124" y="435"/>
                  </a:lnTo>
                  <a:cubicBezTo>
                    <a:pt x="125" y="466"/>
                    <a:pt x="128" y="498"/>
                    <a:pt x="133" y="530"/>
                  </a:cubicBezTo>
                  <a:cubicBezTo>
                    <a:pt x="134" y="537"/>
                    <a:pt x="140" y="545"/>
                    <a:pt x="147" y="545"/>
                  </a:cubicBezTo>
                  <a:cubicBezTo>
                    <a:pt x="179" y="549"/>
                    <a:pt x="211" y="552"/>
                    <a:pt x="242" y="553"/>
                  </a:cubicBezTo>
                  <a:lnTo>
                    <a:pt x="242" y="579"/>
                  </a:lnTo>
                  <a:cubicBezTo>
                    <a:pt x="222" y="587"/>
                    <a:pt x="207" y="606"/>
                    <a:pt x="207" y="628"/>
                  </a:cubicBezTo>
                  <a:cubicBezTo>
                    <a:pt x="207" y="655"/>
                    <a:pt x="230" y="679"/>
                    <a:pt x="258" y="679"/>
                  </a:cubicBezTo>
                  <a:cubicBezTo>
                    <a:pt x="286" y="679"/>
                    <a:pt x="309" y="655"/>
                    <a:pt x="309" y="628"/>
                  </a:cubicBezTo>
                  <a:cubicBezTo>
                    <a:pt x="309" y="606"/>
                    <a:pt x="294" y="587"/>
                    <a:pt x="274" y="579"/>
                  </a:cubicBezTo>
                  <a:lnTo>
                    <a:pt x="274" y="555"/>
                  </a:lnTo>
                  <a:cubicBezTo>
                    <a:pt x="294" y="556"/>
                    <a:pt x="315" y="556"/>
                    <a:pt x="334" y="556"/>
                  </a:cubicBezTo>
                  <a:cubicBezTo>
                    <a:pt x="358" y="556"/>
                    <a:pt x="380" y="556"/>
                    <a:pt x="401" y="555"/>
                  </a:cubicBezTo>
                  <a:lnTo>
                    <a:pt x="401" y="579"/>
                  </a:lnTo>
                  <a:cubicBezTo>
                    <a:pt x="380" y="587"/>
                    <a:pt x="366" y="606"/>
                    <a:pt x="366" y="628"/>
                  </a:cubicBezTo>
                  <a:cubicBezTo>
                    <a:pt x="366" y="655"/>
                    <a:pt x="390" y="679"/>
                    <a:pt x="417" y="679"/>
                  </a:cubicBezTo>
                  <a:cubicBezTo>
                    <a:pt x="445" y="679"/>
                    <a:pt x="468" y="655"/>
                    <a:pt x="468" y="628"/>
                  </a:cubicBezTo>
                  <a:cubicBezTo>
                    <a:pt x="468" y="606"/>
                    <a:pt x="453" y="587"/>
                    <a:pt x="433" y="579"/>
                  </a:cubicBezTo>
                  <a:lnTo>
                    <a:pt x="433" y="553"/>
                  </a:lnTo>
                  <a:cubicBezTo>
                    <a:pt x="490" y="550"/>
                    <a:pt x="526" y="545"/>
                    <a:pt x="527" y="545"/>
                  </a:cubicBezTo>
                  <a:cubicBezTo>
                    <a:pt x="535" y="543"/>
                    <a:pt x="541" y="537"/>
                    <a:pt x="542" y="530"/>
                  </a:cubicBezTo>
                  <a:cubicBezTo>
                    <a:pt x="542" y="528"/>
                    <a:pt x="546" y="492"/>
                    <a:pt x="551" y="435"/>
                  </a:cubicBezTo>
                  <a:lnTo>
                    <a:pt x="577" y="435"/>
                  </a:lnTo>
                  <a:cubicBezTo>
                    <a:pt x="584" y="456"/>
                    <a:pt x="603" y="470"/>
                    <a:pt x="625" y="470"/>
                  </a:cubicBezTo>
                  <a:cubicBezTo>
                    <a:pt x="653" y="470"/>
                    <a:pt x="676" y="446"/>
                    <a:pt x="676" y="419"/>
                  </a:cubicBezTo>
                  <a:cubicBezTo>
                    <a:pt x="676" y="391"/>
                    <a:pt x="653" y="368"/>
                    <a:pt x="625" y="368"/>
                  </a:cubicBezTo>
                  <a:cubicBezTo>
                    <a:pt x="603" y="368"/>
                    <a:pt x="584" y="383"/>
                    <a:pt x="577" y="403"/>
                  </a:cubicBezTo>
                  <a:lnTo>
                    <a:pt x="552" y="403"/>
                  </a:lnTo>
                  <a:cubicBezTo>
                    <a:pt x="554" y="365"/>
                    <a:pt x="554" y="322"/>
                    <a:pt x="552" y="275"/>
                  </a:cubicBezTo>
                  <a:lnTo>
                    <a:pt x="577" y="275"/>
                  </a:lnTo>
                  <a:cubicBezTo>
                    <a:pt x="587" y="297"/>
                    <a:pt x="606" y="310"/>
                    <a:pt x="628" y="310"/>
                  </a:cubicBezTo>
                  <a:moveTo>
                    <a:pt x="628" y="241"/>
                  </a:moveTo>
                  <a:cubicBezTo>
                    <a:pt x="637" y="241"/>
                    <a:pt x="646" y="249"/>
                    <a:pt x="646" y="259"/>
                  </a:cubicBezTo>
                  <a:cubicBezTo>
                    <a:pt x="646" y="269"/>
                    <a:pt x="638" y="276"/>
                    <a:pt x="628" y="276"/>
                  </a:cubicBezTo>
                  <a:cubicBezTo>
                    <a:pt x="619" y="276"/>
                    <a:pt x="611" y="269"/>
                    <a:pt x="611" y="259"/>
                  </a:cubicBezTo>
                  <a:cubicBezTo>
                    <a:pt x="611" y="249"/>
                    <a:pt x="619" y="241"/>
                    <a:pt x="628" y="241"/>
                  </a:cubicBezTo>
                  <a:moveTo>
                    <a:pt x="48" y="276"/>
                  </a:moveTo>
                  <a:cubicBezTo>
                    <a:pt x="39" y="276"/>
                    <a:pt x="31" y="269"/>
                    <a:pt x="31" y="259"/>
                  </a:cubicBezTo>
                  <a:cubicBezTo>
                    <a:pt x="31" y="249"/>
                    <a:pt x="38" y="241"/>
                    <a:pt x="48" y="241"/>
                  </a:cubicBezTo>
                  <a:cubicBezTo>
                    <a:pt x="57" y="241"/>
                    <a:pt x="66" y="249"/>
                    <a:pt x="66" y="259"/>
                  </a:cubicBezTo>
                  <a:cubicBezTo>
                    <a:pt x="66" y="269"/>
                    <a:pt x="58" y="276"/>
                    <a:pt x="48" y="276"/>
                  </a:cubicBezTo>
                  <a:moveTo>
                    <a:pt x="48" y="438"/>
                  </a:moveTo>
                  <a:cubicBezTo>
                    <a:pt x="39" y="438"/>
                    <a:pt x="31" y="431"/>
                    <a:pt x="31" y="421"/>
                  </a:cubicBezTo>
                  <a:cubicBezTo>
                    <a:pt x="31" y="410"/>
                    <a:pt x="38" y="403"/>
                    <a:pt x="48" y="403"/>
                  </a:cubicBezTo>
                  <a:cubicBezTo>
                    <a:pt x="57" y="403"/>
                    <a:pt x="66" y="410"/>
                    <a:pt x="66" y="421"/>
                  </a:cubicBezTo>
                  <a:cubicBezTo>
                    <a:pt x="66" y="431"/>
                    <a:pt x="58" y="438"/>
                    <a:pt x="48" y="438"/>
                  </a:cubicBezTo>
                  <a:moveTo>
                    <a:pt x="420" y="33"/>
                  </a:moveTo>
                  <a:cubicBezTo>
                    <a:pt x="428" y="33"/>
                    <a:pt x="437" y="40"/>
                    <a:pt x="437" y="51"/>
                  </a:cubicBezTo>
                  <a:cubicBezTo>
                    <a:pt x="437" y="61"/>
                    <a:pt x="430" y="68"/>
                    <a:pt x="420" y="68"/>
                  </a:cubicBezTo>
                  <a:cubicBezTo>
                    <a:pt x="411" y="68"/>
                    <a:pt x="402" y="61"/>
                    <a:pt x="402" y="51"/>
                  </a:cubicBezTo>
                  <a:cubicBezTo>
                    <a:pt x="402" y="40"/>
                    <a:pt x="409" y="33"/>
                    <a:pt x="420" y="33"/>
                  </a:cubicBezTo>
                  <a:moveTo>
                    <a:pt x="258" y="33"/>
                  </a:moveTo>
                  <a:cubicBezTo>
                    <a:pt x="267" y="33"/>
                    <a:pt x="275" y="40"/>
                    <a:pt x="275" y="51"/>
                  </a:cubicBezTo>
                  <a:cubicBezTo>
                    <a:pt x="275" y="61"/>
                    <a:pt x="268" y="68"/>
                    <a:pt x="258" y="68"/>
                  </a:cubicBezTo>
                  <a:cubicBezTo>
                    <a:pt x="248" y="68"/>
                    <a:pt x="240" y="61"/>
                    <a:pt x="240" y="51"/>
                  </a:cubicBezTo>
                  <a:cubicBezTo>
                    <a:pt x="240" y="40"/>
                    <a:pt x="248" y="33"/>
                    <a:pt x="258" y="33"/>
                  </a:cubicBezTo>
                  <a:moveTo>
                    <a:pt x="258" y="648"/>
                  </a:moveTo>
                  <a:cubicBezTo>
                    <a:pt x="249" y="648"/>
                    <a:pt x="240" y="640"/>
                    <a:pt x="240" y="630"/>
                  </a:cubicBezTo>
                  <a:cubicBezTo>
                    <a:pt x="240" y="619"/>
                    <a:pt x="248" y="613"/>
                    <a:pt x="258" y="613"/>
                  </a:cubicBezTo>
                  <a:cubicBezTo>
                    <a:pt x="268" y="613"/>
                    <a:pt x="275" y="620"/>
                    <a:pt x="275" y="630"/>
                  </a:cubicBezTo>
                  <a:cubicBezTo>
                    <a:pt x="274" y="641"/>
                    <a:pt x="267" y="648"/>
                    <a:pt x="258" y="648"/>
                  </a:cubicBezTo>
                  <a:moveTo>
                    <a:pt x="420" y="648"/>
                  </a:moveTo>
                  <a:cubicBezTo>
                    <a:pt x="411" y="648"/>
                    <a:pt x="402" y="640"/>
                    <a:pt x="402" y="630"/>
                  </a:cubicBezTo>
                  <a:cubicBezTo>
                    <a:pt x="402" y="619"/>
                    <a:pt x="409" y="613"/>
                    <a:pt x="420" y="613"/>
                  </a:cubicBezTo>
                  <a:cubicBezTo>
                    <a:pt x="428" y="613"/>
                    <a:pt x="437" y="619"/>
                    <a:pt x="437" y="630"/>
                  </a:cubicBezTo>
                  <a:cubicBezTo>
                    <a:pt x="437" y="640"/>
                    <a:pt x="428" y="648"/>
                    <a:pt x="420" y="648"/>
                  </a:cubicBezTo>
                  <a:moveTo>
                    <a:pt x="513" y="515"/>
                  </a:moveTo>
                  <a:cubicBezTo>
                    <a:pt x="469" y="520"/>
                    <a:pt x="324" y="534"/>
                    <a:pt x="163" y="515"/>
                  </a:cubicBezTo>
                  <a:cubicBezTo>
                    <a:pt x="144" y="355"/>
                    <a:pt x="159" y="208"/>
                    <a:pt x="163" y="164"/>
                  </a:cubicBezTo>
                  <a:cubicBezTo>
                    <a:pt x="207" y="160"/>
                    <a:pt x="353" y="145"/>
                    <a:pt x="513" y="164"/>
                  </a:cubicBezTo>
                  <a:cubicBezTo>
                    <a:pt x="532" y="326"/>
                    <a:pt x="519" y="472"/>
                    <a:pt x="513" y="515"/>
                  </a:cubicBezTo>
                  <a:moveTo>
                    <a:pt x="628" y="405"/>
                  </a:moveTo>
                  <a:cubicBezTo>
                    <a:pt x="637" y="405"/>
                    <a:pt x="646" y="412"/>
                    <a:pt x="646" y="422"/>
                  </a:cubicBezTo>
                  <a:cubicBezTo>
                    <a:pt x="646" y="431"/>
                    <a:pt x="638" y="440"/>
                    <a:pt x="628" y="440"/>
                  </a:cubicBezTo>
                  <a:cubicBezTo>
                    <a:pt x="619" y="440"/>
                    <a:pt x="611" y="432"/>
                    <a:pt x="611" y="422"/>
                  </a:cubicBezTo>
                  <a:cubicBezTo>
                    <a:pt x="611" y="412"/>
                    <a:pt x="619" y="405"/>
                    <a:pt x="628" y="40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60000" rIns="120000" bIns="6000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42"/>
            <p:cNvSpPr/>
            <p:nvPr/>
          </p:nvSpPr>
          <p:spPr>
            <a:xfrm>
              <a:off x="5890320" y="214848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35" h="35" extrusionOk="0">
                  <a:moveTo>
                    <a:pt x="35" y="18"/>
                  </a:moveTo>
                  <a:cubicBezTo>
                    <a:pt x="35" y="21"/>
                    <a:pt x="35" y="23"/>
                    <a:pt x="33" y="26"/>
                  </a:cubicBezTo>
                  <a:cubicBezTo>
                    <a:pt x="32" y="28"/>
                    <a:pt x="30" y="31"/>
                    <a:pt x="27" y="33"/>
                  </a:cubicBezTo>
                  <a:cubicBezTo>
                    <a:pt x="25" y="34"/>
                    <a:pt x="21" y="35"/>
                    <a:pt x="18" y="35"/>
                  </a:cubicBezTo>
                  <a:cubicBezTo>
                    <a:pt x="15" y="35"/>
                    <a:pt x="12" y="34"/>
                    <a:pt x="9" y="33"/>
                  </a:cubicBezTo>
                  <a:cubicBezTo>
                    <a:pt x="6" y="31"/>
                    <a:pt x="5" y="28"/>
                    <a:pt x="3" y="26"/>
                  </a:cubicBezTo>
                  <a:cubicBezTo>
                    <a:pt x="2" y="23"/>
                    <a:pt x="0" y="21"/>
                    <a:pt x="0" y="18"/>
                  </a:cubicBezTo>
                  <a:cubicBezTo>
                    <a:pt x="0" y="15"/>
                    <a:pt x="1" y="12"/>
                    <a:pt x="3" y="9"/>
                  </a:cubicBezTo>
                  <a:cubicBezTo>
                    <a:pt x="4" y="6"/>
                    <a:pt x="6" y="4"/>
                    <a:pt x="9" y="3"/>
                  </a:cubicBezTo>
                  <a:cubicBezTo>
                    <a:pt x="12" y="1"/>
                    <a:pt x="15" y="0"/>
                    <a:pt x="18" y="0"/>
                  </a:cubicBezTo>
                  <a:cubicBezTo>
                    <a:pt x="21" y="0"/>
                    <a:pt x="25" y="1"/>
                    <a:pt x="27" y="3"/>
                  </a:cubicBezTo>
                  <a:cubicBezTo>
                    <a:pt x="30" y="4"/>
                    <a:pt x="31" y="6"/>
                    <a:pt x="33" y="9"/>
                  </a:cubicBezTo>
                  <a:cubicBezTo>
                    <a:pt x="34" y="12"/>
                    <a:pt x="35" y="15"/>
                    <a:pt x="35" y="1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0" rIns="120000" bIns="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42"/>
            <p:cNvSpPr/>
            <p:nvPr/>
          </p:nvSpPr>
          <p:spPr>
            <a:xfrm>
              <a:off x="5890680" y="217584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35" h="35" extrusionOk="0">
                  <a:moveTo>
                    <a:pt x="35" y="17"/>
                  </a:moveTo>
                  <a:cubicBezTo>
                    <a:pt x="35" y="21"/>
                    <a:pt x="34" y="23"/>
                    <a:pt x="32" y="26"/>
                  </a:cubicBezTo>
                  <a:cubicBezTo>
                    <a:pt x="31" y="28"/>
                    <a:pt x="29" y="31"/>
                    <a:pt x="26" y="33"/>
                  </a:cubicBezTo>
                  <a:cubicBezTo>
                    <a:pt x="23" y="34"/>
                    <a:pt x="20" y="35"/>
                    <a:pt x="17" y="35"/>
                  </a:cubicBezTo>
                  <a:cubicBezTo>
                    <a:pt x="14" y="35"/>
                    <a:pt x="12" y="34"/>
                    <a:pt x="9" y="33"/>
                  </a:cubicBezTo>
                  <a:cubicBezTo>
                    <a:pt x="7" y="31"/>
                    <a:pt x="4" y="29"/>
                    <a:pt x="2" y="27"/>
                  </a:cubicBezTo>
                  <a:cubicBezTo>
                    <a:pt x="1" y="24"/>
                    <a:pt x="0" y="21"/>
                    <a:pt x="0" y="18"/>
                  </a:cubicBezTo>
                  <a:cubicBezTo>
                    <a:pt x="0" y="15"/>
                    <a:pt x="0" y="12"/>
                    <a:pt x="2" y="9"/>
                  </a:cubicBezTo>
                  <a:cubicBezTo>
                    <a:pt x="3" y="6"/>
                    <a:pt x="6" y="4"/>
                    <a:pt x="8" y="3"/>
                  </a:cubicBezTo>
                  <a:cubicBezTo>
                    <a:pt x="11" y="1"/>
                    <a:pt x="14" y="0"/>
                    <a:pt x="17" y="0"/>
                  </a:cubicBezTo>
                  <a:cubicBezTo>
                    <a:pt x="20" y="0"/>
                    <a:pt x="24" y="0"/>
                    <a:pt x="26" y="2"/>
                  </a:cubicBezTo>
                  <a:cubicBezTo>
                    <a:pt x="29" y="3"/>
                    <a:pt x="31" y="6"/>
                    <a:pt x="32" y="9"/>
                  </a:cubicBezTo>
                  <a:cubicBezTo>
                    <a:pt x="34" y="11"/>
                    <a:pt x="35" y="14"/>
                    <a:pt x="35" y="1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0" rIns="120000" bIns="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42"/>
            <p:cNvSpPr/>
            <p:nvPr/>
          </p:nvSpPr>
          <p:spPr>
            <a:xfrm>
              <a:off x="5919120" y="214848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35" h="35" extrusionOk="0">
                  <a:moveTo>
                    <a:pt x="18" y="0"/>
                  </a:moveTo>
                  <a:cubicBezTo>
                    <a:pt x="21" y="0"/>
                    <a:pt x="24" y="0"/>
                    <a:pt x="26" y="2"/>
                  </a:cubicBezTo>
                  <a:cubicBezTo>
                    <a:pt x="29" y="3"/>
                    <a:pt x="32" y="6"/>
                    <a:pt x="33" y="9"/>
                  </a:cubicBezTo>
                  <a:cubicBezTo>
                    <a:pt x="35" y="11"/>
                    <a:pt x="35" y="13"/>
                    <a:pt x="35" y="17"/>
                  </a:cubicBezTo>
                  <a:cubicBezTo>
                    <a:pt x="35" y="20"/>
                    <a:pt x="35" y="23"/>
                    <a:pt x="33" y="26"/>
                  </a:cubicBezTo>
                  <a:cubicBezTo>
                    <a:pt x="32" y="28"/>
                    <a:pt x="29" y="31"/>
                    <a:pt x="26" y="33"/>
                  </a:cubicBezTo>
                  <a:cubicBezTo>
                    <a:pt x="23" y="34"/>
                    <a:pt x="20" y="35"/>
                    <a:pt x="17" y="35"/>
                  </a:cubicBezTo>
                  <a:cubicBezTo>
                    <a:pt x="14" y="35"/>
                    <a:pt x="11" y="34"/>
                    <a:pt x="9" y="32"/>
                  </a:cubicBezTo>
                  <a:cubicBezTo>
                    <a:pt x="6" y="31"/>
                    <a:pt x="4" y="29"/>
                    <a:pt x="2" y="26"/>
                  </a:cubicBezTo>
                  <a:cubicBezTo>
                    <a:pt x="1" y="23"/>
                    <a:pt x="0" y="20"/>
                    <a:pt x="0" y="17"/>
                  </a:cubicBezTo>
                  <a:cubicBezTo>
                    <a:pt x="0" y="14"/>
                    <a:pt x="1" y="10"/>
                    <a:pt x="2" y="8"/>
                  </a:cubicBezTo>
                  <a:cubicBezTo>
                    <a:pt x="4" y="5"/>
                    <a:pt x="6" y="4"/>
                    <a:pt x="9" y="2"/>
                  </a:cubicBezTo>
                  <a:cubicBezTo>
                    <a:pt x="12" y="1"/>
                    <a:pt x="15" y="0"/>
                    <a:pt x="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0" rIns="120000" bIns="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42"/>
            <p:cNvSpPr/>
            <p:nvPr/>
          </p:nvSpPr>
          <p:spPr>
            <a:xfrm>
              <a:off x="5918760" y="217548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35" h="35" extrusionOk="0">
                  <a:moveTo>
                    <a:pt x="18" y="0"/>
                  </a:moveTo>
                  <a:cubicBezTo>
                    <a:pt x="21" y="0"/>
                    <a:pt x="24" y="1"/>
                    <a:pt x="26" y="3"/>
                  </a:cubicBezTo>
                  <a:cubicBezTo>
                    <a:pt x="29" y="4"/>
                    <a:pt x="32" y="6"/>
                    <a:pt x="33" y="9"/>
                  </a:cubicBezTo>
                  <a:cubicBezTo>
                    <a:pt x="35" y="12"/>
                    <a:pt x="35" y="15"/>
                    <a:pt x="35" y="18"/>
                  </a:cubicBezTo>
                  <a:cubicBezTo>
                    <a:pt x="35" y="21"/>
                    <a:pt x="34" y="24"/>
                    <a:pt x="32" y="27"/>
                  </a:cubicBezTo>
                  <a:cubicBezTo>
                    <a:pt x="31" y="29"/>
                    <a:pt x="29" y="31"/>
                    <a:pt x="26" y="33"/>
                  </a:cubicBezTo>
                  <a:cubicBezTo>
                    <a:pt x="23" y="34"/>
                    <a:pt x="20" y="35"/>
                    <a:pt x="17" y="35"/>
                  </a:cubicBezTo>
                  <a:cubicBezTo>
                    <a:pt x="14" y="35"/>
                    <a:pt x="11" y="34"/>
                    <a:pt x="9" y="33"/>
                  </a:cubicBezTo>
                  <a:cubicBezTo>
                    <a:pt x="6" y="31"/>
                    <a:pt x="4" y="28"/>
                    <a:pt x="2" y="26"/>
                  </a:cubicBezTo>
                  <a:cubicBezTo>
                    <a:pt x="1" y="23"/>
                    <a:pt x="0" y="21"/>
                    <a:pt x="0" y="17"/>
                  </a:cubicBezTo>
                  <a:cubicBezTo>
                    <a:pt x="0" y="14"/>
                    <a:pt x="1" y="11"/>
                    <a:pt x="2" y="9"/>
                  </a:cubicBezTo>
                  <a:cubicBezTo>
                    <a:pt x="4" y="6"/>
                    <a:pt x="6" y="4"/>
                    <a:pt x="9" y="2"/>
                  </a:cubicBezTo>
                  <a:cubicBezTo>
                    <a:pt x="11" y="1"/>
                    <a:pt x="15" y="0"/>
                    <a:pt x="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0" rIns="120000" bIns="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1" name="Google Shape;671;p42"/>
          <p:cNvGrpSpPr/>
          <p:nvPr/>
        </p:nvGrpSpPr>
        <p:grpSpPr>
          <a:xfrm>
            <a:off x="7552549" y="5009165"/>
            <a:ext cx="497580" cy="403288"/>
            <a:chOff x="5220616" y="2791061"/>
            <a:chExt cx="373185" cy="302466"/>
          </a:xfrm>
        </p:grpSpPr>
        <p:sp>
          <p:nvSpPr>
            <p:cNvPr id="672" name="Google Shape;672;p42"/>
            <p:cNvSpPr/>
            <p:nvPr/>
          </p:nvSpPr>
          <p:spPr>
            <a:xfrm>
              <a:off x="5220616" y="2791061"/>
              <a:ext cx="373185" cy="302466"/>
            </a:xfrm>
            <a:custGeom>
              <a:avLst/>
              <a:gdLst/>
              <a:ahLst/>
              <a:cxnLst/>
              <a:rect l="l" t="t" r="r" b="b"/>
              <a:pathLst>
                <a:path w="11752" h="9525" extrusionOk="0">
                  <a:moveTo>
                    <a:pt x="1834" y="345"/>
                  </a:moveTo>
                  <a:cubicBezTo>
                    <a:pt x="1834" y="345"/>
                    <a:pt x="1846" y="345"/>
                    <a:pt x="1846" y="357"/>
                  </a:cubicBezTo>
                  <a:lnTo>
                    <a:pt x="1846" y="1083"/>
                  </a:lnTo>
                  <a:cubicBezTo>
                    <a:pt x="1846" y="1083"/>
                    <a:pt x="1846" y="1107"/>
                    <a:pt x="1834" y="1107"/>
                  </a:cubicBezTo>
                  <a:lnTo>
                    <a:pt x="1465" y="1107"/>
                  </a:lnTo>
                  <a:cubicBezTo>
                    <a:pt x="1465" y="1107"/>
                    <a:pt x="1453" y="1107"/>
                    <a:pt x="1453" y="1083"/>
                  </a:cubicBezTo>
                  <a:lnTo>
                    <a:pt x="1453" y="357"/>
                  </a:lnTo>
                  <a:lnTo>
                    <a:pt x="1465" y="357"/>
                  </a:lnTo>
                  <a:cubicBezTo>
                    <a:pt x="1465" y="351"/>
                    <a:pt x="1468" y="348"/>
                    <a:pt x="1469" y="348"/>
                  </a:cubicBezTo>
                  <a:lnTo>
                    <a:pt x="1469" y="348"/>
                  </a:lnTo>
                  <a:cubicBezTo>
                    <a:pt x="1471" y="348"/>
                    <a:pt x="1471" y="351"/>
                    <a:pt x="1465" y="357"/>
                  </a:cubicBezTo>
                  <a:lnTo>
                    <a:pt x="1834" y="345"/>
                  </a:lnTo>
                  <a:close/>
                  <a:moveTo>
                    <a:pt x="10276" y="345"/>
                  </a:moveTo>
                  <a:cubicBezTo>
                    <a:pt x="10276" y="345"/>
                    <a:pt x="10288" y="345"/>
                    <a:pt x="10288" y="357"/>
                  </a:cubicBezTo>
                  <a:lnTo>
                    <a:pt x="10288" y="1083"/>
                  </a:lnTo>
                  <a:cubicBezTo>
                    <a:pt x="10288" y="1083"/>
                    <a:pt x="10288" y="1107"/>
                    <a:pt x="10276" y="1107"/>
                  </a:cubicBezTo>
                  <a:lnTo>
                    <a:pt x="9907" y="1107"/>
                  </a:lnTo>
                  <a:cubicBezTo>
                    <a:pt x="9907" y="1107"/>
                    <a:pt x="9895" y="1107"/>
                    <a:pt x="9895" y="1083"/>
                  </a:cubicBezTo>
                  <a:lnTo>
                    <a:pt x="9895" y="357"/>
                  </a:lnTo>
                  <a:lnTo>
                    <a:pt x="9907" y="357"/>
                  </a:lnTo>
                  <a:cubicBezTo>
                    <a:pt x="9907" y="351"/>
                    <a:pt x="9910" y="348"/>
                    <a:pt x="9911" y="348"/>
                  </a:cubicBezTo>
                  <a:lnTo>
                    <a:pt x="9911" y="348"/>
                  </a:lnTo>
                  <a:cubicBezTo>
                    <a:pt x="9912" y="348"/>
                    <a:pt x="9912" y="351"/>
                    <a:pt x="9907" y="357"/>
                  </a:cubicBezTo>
                  <a:lnTo>
                    <a:pt x="10276" y="345"/>
                  </a:lnTo>
                  <a:close/>
                  <a:moveTo>
                    <a:pt x="11038" y="1107"/>
                  </a:moveTo>
                  <a:cubicBezTo>
                    <a:pt x="11240" y="1107"/>
                    <a:pt x="11407" y="1262"/>
                    <a:pt x="11407" y="1476"/>
                  </a:cubicBezTo>
                  <a:lnTo>
                    <a:pt x="11407" y="8811"/>
                  </a:lnTo>
                  <a:cubicBezTo>
                    <a:pt x="11407" y="9001"/>
                    <a:pt x="11228" y="9180"/>
                    <a:pt x="11026" y="9180"/>
                  </a:cubicBezTo>
                  <a:lnTo>
                    <a:pt x="751" y="9180"/>
                  </a:lnTo>
                  <a:cubicBezTo>
                    <a:pt x="536" y="9180"/>
                    <a:pt x="382" y="9025"/>
                    <a:pt x="382" y="8811"/>
                  </a:cubicBezTo>
                  <a:lnTo>
                    <a:pt x="382" y="1476"/>
                  </a:lnTo>
                  <a:cubicBezTo>
                    <a:pt x="382" y="1262"/>
                    <a:pt x="536" y="1107"/>
                    <a:pt x="751" y="1107"/>
                  </a:cubicBezTo>
                  <a:lnTo>
                    <a:pt x="1120" y="1107"/>
                  </a:lnTo>
                  <a:lnTo>
                    <a:pt x="1120" y="1119"/>
                  </a:lnTo>
                  <a:cubicBezTo>
                    <a:pt x="1120" y="1310"/>
                    <a:pt x="1286" y="1476"/>
                    <a:pt x="1477" y="1476"/>
                  </a:cubicBezTo>
                  <a:lnTo>
                    <a:pt x="1858" y="1476"/>
                  </a:lnTo>
                  <a:cubicBezTo>
                    <a:pt x="2048" y="1476"/>
                    <a:pt x="2215" y="1310"/>
                    <a:pt x="2215" y="1119"/>
                  </a:cubicBezTo>
                  <a:lnTo>
                    <a:pt x="2215" y="1107"/>
                  </a:lnTo>
                  <a:lnTo>
                    <a:pt x="9573" y="1107"/>
                  </a:lnTo>
                  <a:lnTo>
                    <a:pt x="9573" y="1119"/>
                  </a:lnTo>
                  <a:cubicBezTo>
                    <a:pt x="9573" y="1310"/>
                    <a:pt x="9740" y="1476"/>
                    <a:pt x="9930" y="1476"/>
                  </a:cubicBezTo>
                  <a:lnTo>
                    <a:pt x="10311" y="1476"/>
                  </a:lnTo>
                  <a:cubicBezTo>
                    <a:pt x="10502" y="1476"/>
                    <a:pt x="10669" y="1310"/>
                    <a:pt x="10669" y="1119"/>
                  </a:cubicBezTo>
                  <a:lnTo>
                    <a:pt x="10669" y="1107"/>
                  </a:lnTo>
                  <a:close/>
                  <a:moveTo>
                    <a:pt x="1465" y="0"/>
                  </a:moveTo>
                  <a:cubicBezTo>
                    <a:pt x="1275" y="0"/>
                    <a:pt x="1108" y="167"/>
                    <a:pt x="1108" y="357"/>
                  </a:cubicBezTo>
                  <a:lnTo>
                    <a:pt x="1108" y="726"/>
                  </a:lnTo>
                  <a:lnTo>
                    <a:pt x="739" y="726"/>
                  </a:lnTo>
                  <a:cubicBezTo>
                    <a:pt x="334" y="726"/>
                    <a:pt x="1" y="1060"/>
                    <a:pt x="1" y="1464"/>
                  </a:cubicBezTo>
                  <a:lnTo>
                    <a:pt x="1" y="8799"/>
                  </a:lnTo>
                  <a:cubicBezTo>
                    <a:pt x="1" y="9204"/>
                    <a:pt x="334" y="9525"/>
                    <a:pt x="739" y="9525"/>
                  </a:cubicBezTo>
                  <a:lnTo>
                    <a:pt x="11014" y="9525"/>
                  </a:lnTo>
                  <a:cubicBezTo>
                    <a:pt x="11419" y="9525"/>
                    <a:pt x="11752" y="9204"/>
                    <a:pt x="11752" y="8799"/>
                  </a:cubicBezTo>
                  <a:lnTo>
                    <a:pt x="11752" y="1464"/>
                  </a:lnTo>
                  <a:cubicBezTo>
                    <a:pt x="11752" y="1060"/>
                    <a:pt x="11419" y="726"/>
                    <a:pt x="11026" y="726"/>
                  </a:cubicBezTo>
                  <a:lnTo>
                    <a:pt x="10645" y="726"/>
                  </a:lnTo>
                  <a:lnTo>
                    <a:pt x="10645" y="357"/>
                  </a:lnTo>
                  <a:cubicBezTo>
                    <a:pt x="10645" y="167"/>
                    <a:pt x="10490" y="0"/>
                    <a:pt x="10288" y="0"/>
                  </a:cubicBezTo>
                  <a:lnTo>
                    <a:pt x="9918" y="0"/>
                  </a:lnTo>
                  <a:cubicBezTo>
                    <a:pt x="9728" y="0"/>
                    <a:pt x="9561" y="167"/>
                    <a:pt x="9561" y="357"/>
                  </a:cubicBezTo>
                  <a:lnTo>
                    <a:pt x="9561" y="726"/>
                  </a:lnTo>
                  <a:lnTo>
                    <a:pt x="2191" y="726"/>
                  </a:lnTo>
                  <a:lnTo>
                    <a:pt x="2191" y="357"/>
                  </a:lnTo>
                  <a:cubicBezTo>
                    <a:pt x="2191" y="167"/>
                    <a:pt x="2025" y="0"/>
                    <a:pt x="18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673" name="Google Shape;673;p42"/>
            <p:cNvSpPr/>
            <p:nvPr/>
          </p:nvSpPr>
          <p:spPr>
            <a:xfrm>
              <a:off x="5244432" y="2849268"/>
              <a:ext cx="326314" cy="11368"/>
            </a:xfrm>
            <a:custGeom>
              <a:avLst/>
              <a:gdLst/>
              <a:ahLst/>
              <a:cxnLst/>
              <a:rect l="l" t="t" r="r" b="b"/>
              <a:pathLst>
                <a:path w="10276" h="358" extrusionOk="0">
                  <a:moveTo>
                    <a:pt x="179" y="1"/>
                  </a:moveTo>
                  <a:cubicBezTo>
                    <a:pt x="96" y="1"/>
                    <a:pt x="1" y="72"/>
                    <a:pt x="1" y="179"/>
                  </a:cubicBezTo>
                  <a:cubicBezTo>
                    <a:pt x="1" y="274"/>
                    <a:pt x="72" y="358"/>
                    <a:pt x="179" y="358"/>
                  </a:cubicBezTo>
                  <a:lnTo>
                    <a:pt x="10097" y="358"/>
                  </a:lnTo>
                  <a:cubicBezTo>
                    <a:pt x="10180" y="358"/>
                    <a:pt x="10276" y="274"/>
                    <a:pt x="10276" y="179"/>
                  </a:cubicBezTo>
                  <a:cubicBezTo>
                    <a:pt x="10276" y="72"/>
                    <a:pt x="10180" y="1"/>
                    <a:pt x="100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674" name="Google Shape;674;p42"/>
            <p:cNvSpPr/>
            <p:nvPr/>
          </p:nvSpPr>
          <p:spPr>
            <a:xfrm>
              <a:off x="5261834" y="2896139"/>
              <a:ext cx="46521" cy="11400"/>
            </a:xfrm>
            <a:custGeom>
              <a:avLst/>
              <a:gdLst/>
              <a:ahLst/>
              <a:cxnLst/>
              <a:rect l="l" t="t" r="r" b="b"/>
              <a:pathLst>
                <a:path w="1465" h="359" extrusionOk="0">
                  <a:moveTo>
                    <a:pt x="179" y="1"/>
                  </a:moveTo>
                  <a:cubicBezTo>
                    <a:pt x="96" y="1"/>
                    <a:pt x="0" y="72"/>
                    <a:pt x="0" y="180"/>
                  </a:cubicBezTo>
                  <a:cubicBezTo>
                    <a:pt x="0" y="275"/>
                    <a:pt x="72" y="358"/>
                    <a:pt x="179" y="358"/>
                  </a:cubicBezTo>
                  <a:lnTo>
                    <a:pt x="1286" y="358"/>
                  </a:lnTo>
                  <a:cubicBezTo>
                    <a:pt x="1370" y="358"/>
                    <a:pt x="1465" y="275"/>
                    <a:pt x="1465" y="180"/>
                  </a:cubicBezTo>
                  <a:cubicBezTo>
                    <a:pt x="1465" y="72"/>
                    <a:pt x="1370" y="1"/>
                    <a:pt x="128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675" name="Google Shape;675;p42"/>
            <p:cNvSpPr/>
            <p:nvPr/>
          </p:nvSpPr>
          <p:spPr>
            <a:xfrm>
              <a:off x="5343507" y="2896139"/>
              <a:ext cx="46521" cy="11400"/>
            </a:xfrm>
            <a:custGeom>
              <a:avLst/>
              <a:gdLst/>
              <a:ahLst/>
              <a:cxnLst/>
              <a:rect l="l" t="t" r="r" b="b"/>
              <a:pathLst>
                <a:path w="1465" h="359" extrusionOk="0">
                  <a:moveTo>
                    <a:pt x="179" y="1"/>
                  </a:moveTo>
                  <a:cubicBezTo>
                    <a:pt x="95" y="1"/>
                    <a:pt x="0" y="72"/>
                    <a:pt x="0" y="180"/>
                  </a:cubicBezTo>
                  <a:cubicBezTo>
                    <a:pt x="0" y="275"/>
                    <a:pt x="83" y="358"/>
                    <a:pt x="179" y="358"/>
                  </a:cubicBezTo>
                  <a:lnTo>
                    <a:pt x="1286" y="358"/>
                  </a:lnTo>
                  <a:cubicBezTo>
                    <a:pt x="1369" y="358"/>
                    <a:pt x="1465" y="275"/>
                    <a:pt x="1465" y="180"/>
                  </a:cubicBezTo>
                  <a:cubicBezTo>
                    <a:pt x="1465" y="72"/>
                    <a:pt x="1381" y="1"/>
                    <a:pt x="128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676" name="Google Shape;676;p42"/>
            <p:cNvSpPr/>
            <p:nvPr/>
          </p:nvSpPr>
          <p:spPr>
            <a:xfrm>
              <a:off x="5506823" y="2896139"/>
              <a:ext cx="46172" cy="11400"/>
            </a:xfrm>
            <a:custGeom>
              <a:avLst/>
              <a:gdLst/>
              <a:ahLst/>
              <a:cxnLst/>
              <a:rect l="l" t="t" r="r" b="b"/>
              <a:pathLst>
                <a:path w="1454" h="359" extrusionOk="0">
                  <a:moveTo>
                    <a:pt x="179" y="1"/>
                  </a:moveTo>
                  <a:cubicBezTo>
                    <a:pt x="84" y="1"/>
                    <a:pt x="1" y="72"/>
                    <a:pt x="1" y="180"/>
                  </a:cubicBezTo>
                  <a:cubicBezTo>
                    <a:pt x="1" y="275"/>
                    <a:pt x="72" y="358"/>
                    <a:pt x="179" y="358"/>
                  </a:cubicBezTo>
                  <a:lnTo>
                    <a:pt x="1275" y="358"/>
                  </a:lnTo>
                  <a:cubicBezTo>
                    <a:pt x="1370" y="358"/>
                    <a:pt x="1453" y="275"/>
                    <a:pt x="1453" y="180"/>
                  </a:cubicBezTo>
                  <a:cubicBezTo>
                    <a:pt x="1453" y="72"/>
                    <a:pt x="1370" y="1"/>
                    <a:pt x="12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677" name="Google Shape;677;p42"/>
            <p:cNvSpPr/>
            <p:nvPr/>
          </p:nvSpPr>
          <p:spPr>
            <a:xfrm>
              <a:off x="5261834" y="2942660"/>
              <a:ext cx="46521" cy="11368"/>
            </a:xfrm>
            <a:custGeom>
              <a:avLst/>
              <a:gdLst/>
              <a:ahLst/>
              <a:cxnLst/>
              <a:rect l="l" t="t" r="r" b="b"/>
              <a:pathLst>
                <a:path w="1465" h="358" extrusionOk="0">
                  <a:moveTo>
                    <a:pt x="179" y="0"/>
                  </a:moveTo>
                  <a:cubicBezTo>
                    <a:pt x="96" y="0"/>
                    <a:pt x="0" y="84"/>
                    <a:pt x="0" y="179"/>
                  </a:cubicBezTo>
                  <a:cubicBezTo>
                    <a:pt x="0" y="286"/>
                    <a:pt x="72" y="358"/>
                    <a:pt x="179" y="358"/>
                  </a:cubicBezTo>
                  <a:lnTo>
                    <a:pt x="1286" y="358"/>
                  </a:lnTo>
                  <a:cubicBezTo>
                    <a:pt x="1370" y="358"/>
                    <a:pt x="1465" y="286"/>
                    <a:pt x="1465" y="179"/>
                  </a:cubicBezTo>
                  <a:cubicBezTo>
                    <a:pt x="1465" y="84"/>
                    <a:pt x="1370" y="0"/>
                    <a:pt x="12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678" name="Google Shape;678;p42"/>
            <p:cNvSpPr/>
            <p:nvPr/>
          </p:nvSpPr>
          <p:spPr>
            <a:xfrm>
              <a:off x="5424768" y="2942660"/>
              <a:ext cx="46553" cy="11368"/>
            </a:xfrm>
            <a:custGeom>
              <a:avLst/>
              <a:gdLst/>
              <a:ahLst/>
              <a:cxnLst/>
              <a:rect l="l" t="t" r="r" b="b"/>
              <a:pathLst>
                <a:path w="1466" h="358" extrusionOk="0">
                  <a:moveTo>
                    <a:pt x="180" y="0"/>
                  </a:moveTo>
                  <a:cubicBezTo>
                    <a:pt x="96" y="0"/>
                    <a:pt x="1" y="84"/>
                    <a:pt x="1" y="179"/>
                  </a:cubicBezTo>
                  <a:cubicBezTo>
                    <a:pt x="1" y="286"/>
                    <a:pt x="84" y="358"/>
                    <a:pt x="180" y="358"/>
                  </a:cubicBezTo>
                  <a:lnTo>
                    <a:pt x="1287" y="358"/>
                  </a:lnTo>
                  <a:cubicBezTo>
                    <a:pt x="1370" y="358"/>
                    <a:pt x="1465" y="286"/>
                    <a:pt x="1465" y="179"/>
                  </a:cubicBezTo>
                  <a:cubicBezTo>
                    <a:pt x="1465" y="84"/>
                    <a:pt x="1394" y="0"/>
                    <a:pt x="12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679" name="Google Shape;679;p42"/>
            <p:cNvSpPr/>
            <p:nvPr/>
          </p:nvSpPr>
          <p:spPr>
            <a:xfrm>
              <a:off x="5261834" y="2989149"/>
              <a:ext cx="46521" cy="11400"/>
            </a:xfrm>
            <a:custGeom>
              <a:avLst/>
              <a:gdLst/>
              <a:ahLst/>
              <a:cxnLst/>
              <a:rect l="l" t="t" r="r" b="b"/>
              <a:pathLst>
                <a:path w="1465" h="359" extrusionOk="0">
                  <a:moveTo>
                    <a:pt x="179" y="1"/>
                  </a:moveTo>
                  <a:cubicBezTo>
                    <a:pt x="96" y="1"/>
                    <a:pt x="0" y="72"/>
                    <a:pt x="0" y="179"/>
                  </a:cubicBezTo>
                  <a:cubicBezTo>
                    <a:pt x="0" y="287"/>
                    <a:pt x="72" y="358"/>
                    <a:pt x="179" y="358"/>
                  </a:cubicBezTo>
                  <a:lnTo>
                    <a:pt x="1286" y="358"/>
                  </a:lnTo>
                  <a:cubicBezTo>
                    <a:pt x="1370" y="358"/>
                    <a:pt x="1465" y="287"/>
                    <a:pt x="1465" y="179"/>
                  </a:cubicBezTo>
                  <a:cubicBezTo>
                    <a:pt x="1465" y="72"/>
                    <a:pt x="1370" y="1"/>
                    <a:pt x="128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680" name="Google Shape;680;p42"/>
            <p:cNvSpPr/>
            <p:nvPr/>
          </p:nvSpPr>
          <p:spPr>
            <a:xfrm>
              <a:off x="5343507" y="2989149"/>
              <a:ext cx="46521" cy="11400"/>
            </a:xfrm>
            <a:custGeom>
              <a:avLst/>
              <a:gdLst/>
              <a:ahLst/>
              <a:cxnLst/>
              <a:rect l="l" t="t" r="r" b="b"/>
              <a:pathLst>
                <a:path w="1465" h="359" extrusionOk="0">
                  <a:moveTo>
                    <a:pt x="179" y="1"/>
                  </a:moveTo>
                  <a:cubicBezTo>
                    <a:pt x="95" y="1"/>
                    <a:pt x="0" y="72"/>
                    <a:pt x="0" y="179"/>
                  </a:cubicBezTo>
                  <a:cubicBezTo>
                    <a:pt x="0" y="287"/>
                    <a:pt x="83" y="358"/>
                    <a:pt x="179" y="358"/>
                  </a:cubicBezTo>
                  <a:lnTo>
                    <a:pt x="1286" y="358"/>
                  </a:lnTo>
                  <a:cubicBezTo>
                    <a:pt x="1369" y="358"/>
                    <a:pt x="1465" y="287"/>
                    <a:pt x="1465" y="179"/>
                  </a:cubicBezTo>
                  <a:cubicBezTo>
                    <a:pt x="1465" y="72"/>
                    <a:pt x="1381" y="1"/>
                    <a:pt x="128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681" name="Google Shape;681;p42"/>
            <p:cNvSpPr/>
            <p:nvPr/>
          </p:nvSpPr>
          <p:spPr>
            <a:xfrm>
              <a:off x="5506823" y="2989149"/>
              <a:ext cx="46172" cy="11400"/>
            </a:xfrm>
            <a:custGeom>
              <a:avLst/>
              <a:gdLst/>
              <a:ahLst/>
              <a:cxnLst/>
              <a:rect l="l" t="t" r="r" b="b"/>
              <a:pathLst>
                <a:path w="1454" h="359" extrusionOk="0">
                  <a:moveTo>
                    <a:pt x="179" y="1"/>
                  </a:moveTo>
                  <a:cubicBezTo>
                    <a:pt x="84" y="1"/>
                    <a:pt x="1" y="72"/>
                    <a:pt x="1" y="179"/>
                  </a:cubicBezTo>
                  <a:cubicBezTo>
                    <a:pt x="1" y="287"/>
                    <a:pt x="72" y="358"/>
                    <a:pt x="179" y="358"/>
                  </a:cubicBezTo>
                  <a:lnTo>
                    <a:pt x="1275" y="358"/>
                  </a:lnTo>
                  <a:cubicBezTo>
                    <a:pt x="1370" y="358"/>
                    <a:pt x="1453" y="287"/>
                    <a:pt x="1453" y="179"/>
                  </a:cubicBezTo>
                  <a:cubicBezTo>
                    <a:pt x="1453" y="72"/>
                    <a:pt x="1370" y="1"/>
                    <a:pt x="12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682" name="Google Shape;682;p42"/>
            <p:cNvSpPr/>
            <p:nvPr/>
          </p:nvSpPr>
          <p:spPr>
            <a:xfrm>
              <a:off x="5343507" y="3036051"/>
              <a:ext cx="46521" cy="10987"/>
            </a:xfrm>
            <a:custGeom>
              <a:avLst/>
              <a:gdLst/>
              <a:ahLst/>
              <a:cxnLst/>
              <a:rect l="l" t="t" r="r" b="b"/>
              <a:pathLst>
                <a:path w="1465" h="346" extrusionOk="0">
                  <a:moveTo>
                    <a:pt x="179" y="0"/>
                  </a:moveTo>
                  <a:cubicBezTo>
                    <a:pt x="95" y="0"/>
                    <a:pt x="0" y="72"/>
                    <a:pt x="0" y="179"/>
                  </a:cubicBezTo>
                  <a:cubicBezTo>
                    <a:pt x="0" y="274"/>
                    <a:pt x="83" y="346"/>
                    <a:pt x="179" y="346"/>
                  </a:cubicBezTo>
                  <a:lnTo>
                    <a:pt x="1286" y="346"/>
                  </a:lnTo>
                  <a:cubicBezTo>
                    <a:pt x="1369" y="346"/>
                    <a:pt x="1465" y="274"/>
                    <a:pt x="1465" y="179"/>
                  </a:cubicBezTo>
                  <a:cubicBezTo>
                    <a:pt x="1465" y="72"/>
                    <a:pt x="1381" y="0"/>
                    <a:pt x="12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683" name="Google Shape;683;p42"/>
            <p:cNvSpPr/>
            <p:nvPr/>
          </p:nvSpPr>
          <p:spPr>
            <a:xfrm>
              <a:off x="5424768" y="3036051"/>
              <a:ext cx="46553" cy="10987"/>
            </a:xfrm>
            <a:custGeom>
              <a:avLst/>
              <a:gdLst/>
              <a:ahLst/>
              <a:cxnLst/>
              <a:rect l="l" t="t" r="r" b="b"/>
              <a:pathLst>
                <a:path w="1466" h="346" extrusionOk="0">
                  <a:moveTo>
                    <a:pt x="180" y="0"/>
                  </a:moveTo>
                  <a:cubicBezTo>
                    <a:pt x="96" y="0"/>
                    <a:pt x="1" y="72"/>
                    <a:pt x="1" y="179"/>
                  </a:cubicBezTo>
                  <a:cubicBezTo>
                    <a:pt x="1" y="274"/>
                    <a:pt x="84" y="346"/>
                    <a:pt x="180" y="346"/>
                  </a:cubicBezTo>
                  <a:lnTo>
                    <a:pt x="1287" y="346"/>
                  </a:lnTo>
                  <a:cubicBezTo>
                    <a:pt x="1370" y="346"/>
                    <a:pt x="1465" y="274"/>
                    <a:pt x="1465" y="179"/>
                  </a:cubicBezTo>
                  <a:cubicBezTo>
                    <a:pt x="1465" y="72"/>
                    <a:pt x="1394" y="0"/>
                    <a:pt x="12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684" name="Google Shape;684;p42"/>
            <p:cNvSpPr/>
            <p:nvPr/>
          </p:nvSpPr>
          <p:spPr>
            <a:xfrm>
              <a:off x="5506823" y="3036051"/>
              <a:ext cx="46172" cy="10987"/>
            </a:xfrm>
            <a:custGeom>
              <a:avLst/>
              <a:gdLst/>
              <a:ahLst/>
              <a:cxnLst/>
              <a:rect l="l" t="t" r="r" b="b"/>
              <a:pathLst>
                <a:path w="1454" h="346" extrusionOk="0">
                  <a:moveTo>
                    <a:pt x="179" y="0"/>
                  </a:moveTo>
                  <a:cubicBezTo>
                    <a:pt x="84" y="0"/>
                    <a:pt x="1" y="72"/>
                    <a:pt x="1" y="179"/>
                  </a:cubicBezTo>
                  <a:cubicBezTo>
                    <a:pt x="1" y="274"/>
                    <a:pt x="72" y="346"/>
                    <a:pt x="179" y="346"/>
                  </a:cubicBezTo>
                  <a:lnTo>
                    <a:pt x="1275" y="346"/>
                  </a:lnTo>
                  <a:cubicBezTo>
                    <a:pt x="1370" y="346"/>
                    <a:pt x="1453" y="274"/>
                    <a:pt x="1453" y="179"/>
                  </a:cubicBezTo>
                  <a:cubicBezTo>
                    <a:pt x="1453" y="72"/>
                    <a:pt x="1370" y="0"/>
                    <a:pt x="12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685" name="Google Shape;685;p42"/>
            <p:cNvSpPr/>
            <p:nvPr/>
          </p:nvSpPr>
          <p:spPr>
            <a:xfrm>
              <a:off x="5343126" y="2930752"/>
              <a:ext cx="46902" cy="33851"/>
            </a:xfrm>
            <a:custGeom>
              <a:avLst/>
              <a:gdLst/>
              <a:ahLst/>
              <a:cxnLst/>
              <a:rect l="l" t="t" r="r" b="b"/>
              <a:pathLst>
                <a:path w="1477" h="1066" extrusionOk="0">
                  <a:moveTo>
                    <a:pt x="1293" y="0"/>
                  </a:moveTo>
                  <a:cubicBezTo>
                    <a:pt x="1250" y="0"/>
                    <a:pt x="1209" y="18"/>
                    <a:pt x="1179" y="54"/>
                  </a:cubicBezTo>
                  <a:lnTo>
                    <a:pt x="572" y="661"/>
                  </a:lnTo>
                  <a:lnTo>
                    <a:pt x="322" y="411"/>
                  </a:lnTo>
                  <a:cubicBezTo>
                    <a:pt x="280" y="375"/>
                    <a:pt x="235" y="358"/>
                    <a:pt x="194" y="358"/>
                  </a:cubicBezTo>
                  <a:cubicBezTo>
                    <a:pt x="152" y="358"/>
                    <a:pt x="113" y="375"/>
                    <a:pt x="84" y="411"/>
                  </a:cubicBezTo>
                  <a:cubicBezTo>
                    <a:pt x="0" y="483"/>
                    <a:pt x="0" y="590"/>
                    <a:pt x="84" y="649"/>
                  </a:cubicBezTo>
                  <a:lnTo>
                    <a:pt x="453" y="1018"/>
                  </a:lnTo>
                  <a:cubicBezTo>
                    <a:pt x="476" y="1054"/>
                    <a:pt x="524" y="1066"/>
                    <a:pt x="572" y="1066"/>
                  </a:cubicBezTo>
                  <a:cubicBezTo>
                    <a:pt x="619" y="1066"/>
                    <a:pt x="655" y="1054"/>
                    <a:pt x="691" y="1018"/>
                  </a:cubicBezTo>
                  <a:lnTo>
                    <a:pt x="1417" y="292"/>
                  </a:lnTo>
                  <a:cubicBezTo>
                    <a:pt x="1477" y="233"/>
                    <a:pt x="1477" y="125"/>
                    <a:pt x="1417" y="54"/>
                  </a:cubicBezTo>
                  <a:cubicBezTo>
                    <a:pt x="1381" y="18"/>
                    <a:pt x="1337" y="0"/>
                    <a:pt x="12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686" name="Google Shape;686;p42"/>
            <p:cNvSpPr/>
            <p:nvPr/>
          </p:nvSpPr>
          <p:spPr>
            <a:xfrm>
              <a:off x="5506442" y="2930752"/>
              <a:ext cx="47283" cy="33851"/>
            </a:xfrm>
            <a:custGeom>
              <a:avLst/>
              <a:gdLst/>
              <a:ahLst/>
              <a:cxnLst/>
              <a:rect l="l" t="t" r="r" b="b"/>
              <a:pathLst>
                <a:path w="1489" h="1066" extrusionOk="0">
                  <a:moveTo>
                    <a:pt x="1282" y="0"/>
                  </a:moveTo>
                  <a:cubicBezTo>
                    <a:pt x="1239" y="0"/>
                    <a:pt x="1197" y="18"/>
                    <a:pt x="1167" y="54"/>
                  </a:cubicBezTo>
                  <a:lnTo>
                    <a:pt x="560" y="661"/>
                  </a:lnTo>
                  <a:lnTo>
                    <a:pt x="310" y="411"/>
                  </a:lnTo>
                  <a:cubicBezTo>
                    <a:pt x="275" y="375"/>
                    <a:pt x="230" y="358"/>
                    <a:pt x="187" y="358"/>
                  </a:cubicBezTo>
                  <a:cubicBezTo>
                    <a:pt x="144" y="358"/>
                    <a:pt x="102" y="375"/>
                    <a:pt x="72" y="411"/>
                  </a:cubicBezTo>
                  <a:cubicBezTo>
                    <a:pt x="1" y="483"/>
                    <a:pt x="1" y="590"/>
                    <a:pt x="72" y="649"/>
                  </a:cubicBezTo>
                  <a:lnTo>
                    <a:pt x="441" y="1018"/>
                  </a:lnTo>
                  <a:cubicBezTo>
                    <a:pt x="477" y="1054"/>
                    <a:pt x="513" y="1066"/>
                    <a:pt x="560" y="1066"/>
                  </a:cubicBezTo>
                  <a:cubicBezTo>
                    <a:pt x="608" y="1066"/>
                    <a:pt x="656" y="1054"/>
                    <a:pt x="679" y="1018"/>
                  </a:cubicBezTo>
                  <a:lnTo>
                    <a:pt x="1406" y="292"/>
                  </a:lnTo>
                  <a:cubicBezTo>
                    <a:pt x="1489" y="233"/>
                    <a:pt x="1489" y="125"/>
                    <a:pt x="1406" y="54"/>
                  </a:cubicBezTo>
                  <a:cubicBezTo>
                    <a:pt x="1370" y="18"/>
                    <a:pt x="1325" y="0"/>
                    <a:pt x="12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687" name="Google Shape;687;p42"/>
            <p:cNvSpPr/>
            <p:nvPr/>
          </p:nvSpPr>
          <p:spPr>
            <a:xfrm>
              <a:off x="5424419" y="2977336"/>
              <a:ext cx="47283" cy="34168"/>
            </a:xfrm>
            <a:custGeom>
              <a:avLst/>
              <a:gdLst/>
              <a:ahLst/>
              <a:cxnLst/>
              <a:rect l="l" t="t" r="r" b="b"/>
              <a:pathLst>
                <a:path w="1489" h="1076" extrusionOk="0">
                  <a:moveTo>
                    <a:pt x="1293" y="1"/>
                  </a:moveTo>
                  <a:cubicBezTo>
                    <a:pt x="1250" y="1"/>
                    <a:pt x="1208" y="22"/>
                    <a:pt x="1179" y="63"/>
                  </a:cubicBezTo>
                  <a:lnTo>
                    <a:pt x="572" y="671"/>
                  </a:lnTo>
                  <a:lnTo>
                    <a:pt x="321" y="421"/>
                  </a:lnTo>
                  <a:cubicBezTo>
                    <a:pt x="280" y="379"/>
                    <a:pt x="235" y="358"/>
                    <a:pt x="193" y="358"/>
                  </a:cubicBezTo>
                  <a:cubicBezTo>
                    <a:pt x="152" y="358"/>
                    <a:pt x="113" y="379"/>
                    <a:pt x="83" y="421"/>
                  </a:cubicBezTo>
                  <a:cubicBezTo>
                    <a:pt x="0" y="492"/>
                    <a:pt x="0" y="599"/>
                    <a:pt x="83" y="659"/>
                  </a:cubicBezTo>
                  <a:lnTo>
                    <a:pt x="452" y="1028"/>
                  </a:lnTo>
                  <a:cubicBezTo>
                    <a:pt x="476" y="1052"/>
                    <a:pt x="524" y="1075"/>
                    <a:pt x="572" y="1075"/>
                  </a:cubicBezTo>
                  <a:cubicBezTo>
                    <a:pt x="619" y="1075"/>
                    <a:pt x="655" y="1052"/>
                    <a:pt x="691" y="1028"/>
                  </a:cubicBezTo>
                  <a:lnTo>
                    <a:pt x="1417" y="301"/>
                  </a:lnTo>
                  <a:cubicBezTo>
                    <a:pt x="1488" y="242"/>
                    <a:pt x="1488" y="123"/>
                    <a:pt x="1417" y="63"/>
                  </a:cubicBezTo>
                  <a:cubicBezTo>
                    <a:pt x="1381" y="22"/>
                    <a:pt x="1336" y="1"/>
                    <a:pt x="12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688" name="Google Shape;688;p42"/>
            <p:cNvSpPr/>
            <p:nvPr/>
          </p:nvSpPr>
          <p:spPr>
            <a:xfrm>
              <a:off x="5261453" y="3024143"/>
              <a:ext cx="47283" cy="33851"/>
            </a:xfrm>
            <a:custGeom>
              <a:avLst/>
              <a:gdLst/>
              <a:ahLst/>
              <a:cxnLst/>
              <a:rect l="l" t="t" r="r" b="b"/>
              <a:pathLst>
                <a:path w="1489" h="1066" extrusionOk="0">
                  <a:moveTo>
                    <a:pt x="1289" y="0"/>
                  </a:moveTo>
                  <a:cubicBezTo>
                    <a:pt x="1248" y="0"/>
                    <a:pt x="1209" y="18"/>
                    <a:pt x="1179" y="54"/>
                  </a:cubicBezTo>
                  <a:lnTo>
                    <a:pt x="572" y="673"/>
                  </a:lnTo>
                  <a:lnTo>
                    <a:pt x="310" y="411"/>
                  </a:lnTo>
                  <a:cubicBezTo>
                    <a:pt x="274" y="375"/>
                    <a:pt x="230" y="357"/>
                    <a:pt x="186" y="357"/>
                  </a:cubicBezTo>
                  <a:cubicBezTo>
                    <a:pt x="143" y="357"/>
                    <a:pt x="102" y="375"/>
                    <a:pt x="72" y="411"/>
                  </a:cubicBezTo>
                  <a:cubicBezTo>
                    <a:pt x="0" y="494"/>
                    <a:pt x="0" y="590"/>
                    <a:pt x="72" y="649"/>
                  </a:cubicBezTo>
                  <a:lnTo>
                    <a:pt x="453" y="1030"/>
                  </a:lnTo>
                  <a:cubicBezTo>
                    <a:pt x="477" y="1054"/>
                    <a:pt x="524" y="1066"/>
                    <a:pt x="572" y="1066"/>
                  </a:cubicBezTo>
                  <a:cubicBezTo>
                    <a:pt x="608" y="1066"/>
                    <a:pt x="655" y="1054"/>
                    <a:pt x="691" y="1030"/>
                  </a:cubicBezTo>
                  <a:lnTo>
                    <a:pt x="1417" y="292"/>
                  </a:lnTo>
                  <a:cubicBezTo>
                    <a:pt x="1489" y="220"/>
                    <a:pt x="1489" y="113"/>
                    <a:pt x="1417" y="54"/>
                  </a:cubicBezTo>
                  <a:cubicBezTo>
                    <a:pt x="1376" y="18"/>
                    <a:pt x="1331" y="0"/>
                    <a:pt x="12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689" name="Google Shape;689;p42"/>
            <p:cNvSpPr/>
            <p:nvPr/>
          </p:nvSpPr>
          <p:spPr>
            <a:xfrm>
              <a:off x="5424419" y="2884231"/>
              <a:ext cx="47283" cy="33883"/>
            </a:xfrm>
            <a:custGeom>
              <a:avLst/>
              <a:gdLst/>
              <a:ahLst/>
              <a:cxnLst/>
              <a:rect l="l" t="t" r="r" b="b"/>
              <a:pathLst>
                <a:path w="1489" h="1067" extrusionOk="0">
                  <a:moveTo>
                    <a:pt x="1293" y="1"/>
                  </a:moveTo>
                  <a:cubicBezTo>
                    <a:pt x="1250" y="1"/>
                    <a:pt x="1208" y="19"/>
                    <a:pt x="1179" y="54"/>
                  </a:cubicBezTo>
                  <a:lnTo>
                    <a:pt x="572" y="674"/>
                  </a:lnTo>
                  <a:lnTo>
                    <a:pt x="321" y="412"/>
                  </a:lnTo>
                  <a:cubicBezTo>
                    <a:pt x="280" y="376"/>
                    <a:pt x="235" y="358"/>
                    <a:pt x="193" y="358"/>
                  </a:cubicBezTo>
                  <a:cubicBezTo>
                    <a:pt x="152" y="358"/>
                    <a:pt x="113" y="376"/>
                    <a:pt x="83" y="412"/>
                  </a:cubicBezTo>
                  <a:cubicBezTo>
                    <a:pt x="0" y="495"/>
                    <a:pt x="0" y="590"/>
                    <a:pt x="83" y="650"/>
                  </a:cubicBezTo>
                  <a:lnTo>
                    <a:pt x="452" y="1031"/>
                  </a:lnTo>
                  <a:cubicBezTo>
                    <a:pt x="476" y="1055"/>
                    <a:pt x="524" y="1067"/>
                    <a:pt x="572" y="1067"/>
                  </a:cubicBezTo>
                  <a:cubicBezTo>
                    <a:pt x="619" y="1067"/>
                    <a:pt x="655" y="1055"/>
                    <a:pt x="691" y="1031"/>
                  </a:cubicBezTo>
                  <a:lnTo>
                    <a:pt x="1417" y="293"/>
                  </a:lnTo>
                  <a:cubicBezTo>
                    <a:pt x="1488" y="221"/>
                    <a:pt x="1488" y="114"/>
                    <a:pt x="1417" y="54"/>
                  </a:cubicBezTo>
                  <a:cubicBezTo>
                    <a:pt x="1381" y="19"/>
                    <a:pt x="1336" y="1"/>
                    <a:pt x="12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</p:grpSp>
      <p:grpSp>
        <p:nvGrpSpPr>
          <p:cNvPr id="690" name="Google Shape;690;p42"/>
          <p:cNvGrpSpPr/>
          <p:nvPr/>
        </p:nvGrpSpPr>
        <p:grpSpPr>
          <a:xfrm>
            <a:off x="7619170" y="3423969"/>
            <a:ext cx="401777" cy="536679"/>
            <a:chOff x="7530697" y="2790299"/>
            <a:chExt cx="244291" cy="326314"/>
          </a:xfrm>
        </p:grpSpPr>
        <p:sp>
          <p:nvSpPr>
            <p:cNvPr id="691" name="Google Shape;691;p42"/>
            <p:cNvSpPr/>
            <p:nvPr/>
          </p:nvSpPr>
          <p:spPr>
            <a:xfrm>
              <a:off x="7616911" y="2907507"/>
              <a:ext cx="9463" cy="14385"/>
            </a:xfrm>
            <a:custGeom>
              <a:avLst/>
              <a:gdLst/>
              <a:ahLst/>
              <a:cxnLst/>
              <a:rect l="l" t="t" r="r" b="b"/>
              <a:pathLst>
                <a:path w="298" h="453" extrusionOk="0">
                  <a:moveTo>
                    <a:pt x="155" y="0"/>
                  </a:moveTo>
                  <a:cubicBezTo>
                    <a:pt x="60" y="0"/>
                    <a:pt x="0" y="72"/>
                    <a:pt x="0" y="143"/>
                  </a:cubicBezTo>
                  <a:lnTo>
                    <a:pt x="0" y="310"/>
                  </a:lnTo>
                  <a:cubicBezTo>
                    <a:pt x="0" y="393"/>
                    <a:pt x="72" y="453"/>
                    <a:pt x="155" y="453"/>
                  </a:cubicBezTo>
                  <a:cubicBezTo>
                    <a:pt x="227" y="453"/>
                    <a:pt x="298" y="381"/>
                    <a:pt x="298" y="310"/>
                  </a:cubicBezTo>
                  <a:lnTo>
                    <a:pt x="298" y="143"/>
                  </a:lnTo>
                  <a:cubicBezTo>
                    <a:pt x="298" y="72"/>
                    <a:pt x="238" y="0"/>
                    <a:pt x="1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692" name="Google Shape;692;p42"/>
            <p:cNvSpPr/>
            <p:nvPr/>
          </p:nvSpPr>
          <p:spPr>
            <a:xfrm>
              <a:off x="7678548" y="2907507"/>
              <a:ext cx="9463" cy="14385"/>
            </a:xfrm>
            <a:custGeom>
              <a:avLst/>
              <a:gdLst/>
              <a:ahLst/>
              <a:cxnLst/>
              <a:rect l="l" t="t" r="r" b="b"/>
              <a:pathLst>
                <a:path w="298" h="453" extrusionOk="0">
                  <a:moveTo>
                    <a:pt x="143" y="0"/>
                  </a:moveTo>
                  <a:cubicBezTo>
                    <a:pt x="60" y="0"/>
                    <a:pt x="0" y="72"/>
                    <a:pt x="0" y="143"/>
                  </a:cubicBezTo>
                  <a:lnTo>
                    <a:pt x="0" y="310"/>
                  </a:lnTo>
                  <a:cubicBezTo>
                    <a:pt x="0" y="393"/>
                    <a:pt x="72" y="453"/>
                    <a:pt x="143" y="453"/>
                  </a:cubicBezTo>
                  <a:cubicBezTo>
                    <a:pt x="214" y="453"/>
                    <a:pt x="298" y="381"/>
                    <a:pt x="298" y="310"/>
                  </a:cubicBezTo>
                  <a:lnTo>
                    <a:pt x="298" y="143"/>
                  </a:lnTo>
                  <a:cubicBezTo>
                    <a:pt x="298" y="72"/>
                    <a:pt x="238" y="0"/>
                    <a:pt x="1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693" name="Google Shape;693;p42"/>
            <p:cNvSpPr/>
            <p:nvPr/>
          </p:nvSpPr>
          <p:spPr>
            <a:xfrm>
              <a:off x="7632408" y="2943136"/>
              <a:ext cx="40869" cy="14671"/>
            </a:xfrm>
            <a:custGeom>
              <a:avLst/>
              <a:gdLst/>
              <a:ahLst/>
              <a:cxnLst/>
              <a:rect l="l" t="t" r="r" b="b"/>
              <a:pathLst>
                <a:path w="1287" h="462" extrusionOk="0">
                  <a:moveTo>
                    <a:pt x="167" y="0"/>
                  </a:moveTo>
                  <a:cubicBezTo>
                    <a:pt x="129" y="0"/>
                    <a:pt x="90" y="15"/>
                    <a:pt x="60" y="45"/>
                  </a:cubicBezTo>
                  <a:cubicBezTo>
                    <a:pt x="1" y="104"/>
                    <a:pt x="1" y="200"/>
                    <a:pt x="60" y="259"/>
                  </a:cubicBezTo>
                  <a:cubicBezTo>
                    <a:pt x="203" y="390"/>
                    <a:pt x="417" y="462"/>
                    <a:pt x="655" y="462"/>
                  </a:cubicBezTo>
                  <a:cubicBezTo>
                    <a:pt x="893" y="462"/>
                    <a:pt x="1120" y="390"/>
                    <a:pt x="1251" y="259"/>
                  </a:cubicBezTo>
                  <a:cubicBezTo>
                    <a:pt x="1286" y="212"/>
                    <a:pt x="1286" y="104"/>
                    <a:pt x="1227" y="45"/>
                  </a:cubicBezTo>
                  <a:cubicBezTo>
                    <a:pt x="1197" y="15"/>
                    <a:pt x="1158" y="0"/>
                    <a:pt x="1120" y="0"/>
                  </a:cubicBezTo>
                  <a:cubicBezTo>
                    <a:pt x="1081" y="0"/>
                    <a:pt x="1042" y="15"/>
                    <a:pt x="1013" y="45"/>
                  </a:cubicBezTo>
                  <a:cubicBezTo>
                    <a:pt x="953" y="104"/>
                    <a:pt x="822" y="164"/>
                    <a:pt x="643" y="164"/>
                  </a:cubicBezTo>
                  <a:cubicBezTo>
                    <a:pt x="465" y="164"/>
                    <a:pt x="322" y="104"/>
                    <a:pt x="274" y="45"/>
                  </a:cubicBezTo>
                  <a:cubicBezTo>
                    <a:pt x="245" y="15"/>
                    <a:pt x="206" y="0"/>
                    <a:pt x="1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694" name="Google Shape;694;p42"/>
            <p:cNvSpPr/>
            <p:nvPr/>
          </p:nvSpPr>
          <p:spPr>
            <a:xfrm>
              <a:off x="7530697" y="2790299"/>
              <a:ext cx="244291" cy="326314"/>
            </a:xfrm>
            <a:custGeom>
              <a:avLst/>
              <a:gdLst/>
              <a:ahLst/>
              <a:cxnLst/>
              <a:rect l="l" t="t" r="r" b="b"/>
              <a:pathLst>
                <a:path w="7693" h="10276" extrusionOk="0">
                  <a:moveTo>
                    <a:pt x="3846" y="298"/>
                  </a:moveTo>
                  <a:cubicBezTo>
                    <a:pt x="5275" y="298"/>
                    <a:pt x="6442" y="1453"/>
                    <a:pt x="6442" y="2882"/>
                  </a:cubicBezTo>
                  <a:lnTo>
                    <a:pt x="6442" y="4013"/>
                  </a:lnTo>
                  <a:cubicBezTo>
                    <a:pt x="6442" y="4846"/>
                    <a:pt x="6633" y="5489"/>
                    <a:pt x="6799" y="5870"/>
                  </a:cubicBezTo>
                  <a:cubicBezTo>
                    <a:pt x="6811" y="5918"/>
                    <a:pt x="6811" y="5965"/>
                    <a:pt x="6799" y="6001"/>
                  </a:cubicBezTo>
                  <a:cubicBezTo>
                    <a:pt x="6775" y="6049"/>
                    <a:pt x="6752" y="6084"/>
                    <a:pt x="6704" y="6096"/>
                  </a:cubicBezTo>
                  <a:cubicBezTo>
                    <a:pt x="6359" y="6227"/>
                    <a:pt x="5692" y="6489"/>
                    <a:pt x="4978" y="6632"/>
                  </a:cubicBezTo>
                  <a:lnTo>
                    <a:pt x="4978" y="6132"/>
                  </a:lnTo>
                  <a:cubicBezTo>
                    <a:pt x="5644" y="5739"/>
                    <a:pt x="6109" y="5013"/>
                    <a:pt x="6109" y="4179"/>
                  </a:cubicBezTo>
                  <a:lnTo>
                    <a:pt x="6109" y="3536"/>
                  </a:lnTo>
                  <a:cubicBezTo>
                    <a:pt x="6109" y="3108"/>
                    <a:pt x="5751" y="2751"/>
                    <a:pt x="5323" y="2751"/>
                  </a:cubicBezTo>
                  <a:lnTo>
                    <a:pt x="5073" y="2751"/>
                  </a:lnTo>
                  <a:lnTo>
                    <a:pt x="4311" y="1989"/>
                  </a:lnTo>
                  <a:cubicBezTo>
                    <a:pt x="4282" y="1960"/>
                    <a:pt x="4249" y="1944"/>
                    <a:pt x="4214" y="1944"/>
                  </a:cubicBezTo>
                  <a:cubicBezTo>
                    <a:pt x="4191" y="1944"/>
                    <a:pt x="4168" y="1951"/>
                    <a:pt x="4144" y="1965"/>
                  </a:cubicBezTo>
                  <a:cubicBezTo>
                    <a:pt x="4085" y="1989"/>
                    <a:pt x="4061" y="2036"/>
                    <a:pt x="4061" y="2096"/>
                  </a:cubicBezTo>
                  <a:lnTo>
                    <a:pt x="4061" y="2751"/>
                  </a:lnTo>
                  <a:lnTo>
                    <a:pt x="3239" y="2751"/>
                  </a:lnTo>
                  <a:cubicBezTo>
                    <a:pt x="3144" y="2751"/>
                    <a:pt x="3084" y="2822"/>
                    <a:pt x="3084" y="2893"/>
                  </a:cubicBezTo>
                  <a:cubicBezTo>
                    <a:pt x="3084" y="2965"/>
                    <a:pt x="3168" y="3048"/>
                    <a:pt x="3239" y="3048"/>
                  </a:cubicBezTo>
                  <a:lnTo>
                    <a:pt x="4204" y="3048"/>
                  </a:lnTo>
                  <a:cubicBezTo>
                    <a:pt x="4299" y="3048"/>
                    <a:pt x="4358" y="2965"/>
                    <a:pt x="4358" y="2893"/>
                  </a:cubicBezTo>
                  <a:lnTo>
                    <a:pt x="4358" y="2453"/>
                  </a:lnTo>
                  <a:lnTo>
                    <a:pt x="4906" y="3001"/>
                  </a:lnTo>
                  <a:cubicBezTo>
                    <a:pt x="4930" y="3024"/>
                    <a:pt x="4966" y="3048"/>
                    <a:pt x="5013" y="3048"/>
                  </a:cubicBezTo>
                  <a:lnTo>
                    <a:pt x="5335" y="3048"/>
                  </a:lnTo>
                  <a:cubicBezTo>
                    <a:pt x="5609" y="3048"/>
                    <a:pt x="5823" y="3263"/>
                    <a:pt x="5823" y="3536"/>
                  </a:cubicBezTo>
                  <a:lnTo>
                    <a:pt x="5823" y="4179"/>
                  </a:lnTo>
                  <a:cubicBezTo>
                    <a:pt x="5823" y="5251"/>
                    <a:pt x="4954" y="6132"/>
                    <a:pt x="3882" y="6132"/>
                  </a:cubicBezTo>
                  <a:cubicBezTo>
                    <a:pt x="2811" y="6132"/>
                    <a:pt x="1930" y="5251"/>
                    <a:pt x="1930" y="4179"/>
                  </a:cubicBezTo>
                  <a:lnTo>
                    <a:pt x="1930" y="3536"/>
                  </a:lnTo>
                  <a:cubicBezTo>
                    <a:pt x="1930" y="3263"/>
                    <a:pt x="2156" y="3048"/>
                    <a:pt x="2418" y="3048"/>
                  </a:cubicBezTo>
                  <a:lnTo>
                    <a:pt x="2584" y="3048"/>
                  </a:lnTo>
                  <a:cubicBezTo>
                    <a:pt x="2668" y="3048"/>
                    <a:pt x="2727" y="2965"/>
                    <a:pt x="2727" y="2893"/>
                  </a:cubicBezTo>
                  <a:cubicBezTo>
                    <a:pt x="2727" y="2822"/>
                    <a:pt x="2656" y="2751"/>
                    <a:pt x="2584" y="2751"/>
                  </a:cubicBezTo>
                  <a:lnTo>
                    <a:pt x="2418" y="2751"/>
                  </a:lnTo>
                  <a:cubicBezTo>
                    <a:pt x="1989" y="2751"/>
                    <a:pt x="1632" y="3108"/>
                    <a:pt x="1632" y="3536"/>
                  </a:cubicBezTo>
                  <a:lnTo>
                    <a:pt x="1632" y="4179"/>
                  </a:lnTo>
                  <a:cubicBezTo>
                    <a:pt x="1632" y="5013"/>
                    <a:pt x="2096" y="5739"/>
                    <a:pt x="2763" y="6132"/>
                  </a:cubicBezTo>
                  <a:lnTo>
                    <a:pt x="2763" y="6632"/>
                  </a:lnTo>
                  <a:cubicBezTo>
                    <a:pt x="2001" y="6465"/>
                    <a:pt x="1334" y="6227"/>
                    <a:pt x="989" y="6096"/>
                  </a:cubicBezTo>
                  <a:cubicBezTo>
                    <a:pt x="941" y="6084"/>
                    <a:pt x="918" y="6049"/>
                    <a:pt x="906" y="6001"/>
                  </a:cubicBezTo>
                  <a:cubicBezTo>
                    <a:pt x="882" y="5965"/>
                    <a:pt x="882" y="5918"/>
                    <a:pt x="906" y="5870"/>
                  </a:cubicBezTo>
                  <a:cubicBezTo>
                    <a:pt x="1060" y="5489"/>
                    <a:pt x="1263" y="4846"/>
                    <a:pt x="1263" y="4013"/>
                  </a:cubicBezTo>
                  <a:lnTo>
                    <a:pt x="1263" y="2882"/>
                  </a:lnTo>
                  <a:cubicBezTo>
                    <a:pt x="1263" y="1453"/>
                    <a:pt x="2418" y="298"/>
                    <a:pt x="3846" y="298"/>
                  </a:cubicBezTo>
                  <a:close/>
                  <a:moveTo>
                    <a:pt x="4632" y="6275"/>
                  </a:moveTo>
                  <a:lnTo>
                    <a:pt x="4632" y="6787"/>
                  </a:lnTo>
                  <a:cubicBezTo>
                    <a:pt x="4632" y="7025"/>
                    <a:pt x="4739" y="7239"/>
                    <a:pt x="4918" y="7394"/>
                  </a:cubicBezTo>
                  <a:cubicBezTo>
                    <a:pt x="4894" y="7442"/>
                    <a:pt x="4858" y="7477"/>
                    <a:pt x="4835" y="7513"/>
                  </a:cubicBezTo>
                  <a:cubicBezTo>
                    <a:pt x="4787" y="7573"/>
                    <a:pt x="4787" y="7680"/>
                    <a:pt x="4858" y="7715"/>
                  </a:cubicBezTo>
                  <a:cubicBezTo>
                    <a:pt x="4894" y="7739"/>
                    <a:pt x="4918" y="7751"/>
                    <a:pt x="4954" y="7751"/>
                  </a:cubicBezTo>
                  <a:cubicBezTo>
                    <a:pt x="4989" y="7751"/>
                    <a:pt x="5037" y="7739"/>
                    <a:pt x="5073" y="7692"/>
                  </a:cubicBezTo>
                  <a:cubicBezTo>
                    <a:pt x="5109" y="7632"/>
                    <a:pt x="5156" y="7584"/>
                    <a:pt x="5192" y="7525"/>
                  </a:cubicBezTo>
                  <a:lnTo>
                    <a:pt x="5525" y="7644"/>
                  </a:lnTo>
                  <a:cubicBezTo>
                    <a:pt x="4918" y="8573"/>
                    <a:pt x="4299" y="8894"/>
                    <a:pt x="3882" y="9001"/>
                  </a:cubicBezTo>
                  <a:cubicBezTo>
                    <a:pt x="3864" y="9007"/>
                    <a:pt x="3849" y="9010"/>
                    <a:pt x="3835" y="9010"/>
                  </a:cubicBezTo>
                  <a:cubicBezTo>
                    <a:pt x="3820" y="9010"/>
                    <a:pt x="3805" y="9007"/>
                    <a:pt x="3787" y="9001"/>
                  </a:cubicBezTo>
                  <a:cubicBezTo>
                    <a:pt x="3370" y="8882"/>
                    <a:pt x="2751" y="8549"/>
                    <a:pt x="2120" y="7644"/>
                  </a:cubicBezTo>
                  <a:lnTo>
                    <a:pt x="2465" y="7525"/>
                  </a:lnTo>
                  <a:cubicBezTo>
                    <a:pt x="2763" y="7942"/>
                    <a:pt x="3204" y="8442"/>
                    <a:pt x="3787" y="8644"/>
                  </a:cubicBezTo>
                  <a:cubicBezTo>
                    <a:pt x="3799" y="8644"/>
                    <a:pt x="3823" y="8656"/>
                    <a:pt x="3835" y="8656"/>
                  </a:cubicBezTo>
                  <a:cubicBezTo>
                    <a:pt x="3846" y="8656"/>
                    <a:pt x="3858" y="8656"/>
                    <a:pt x="3882" y="8644"/>
                  </a:cubicBezTo>
                  <a:cubicBezTo>
                    <a:pt x="4144" y="8549"/>
                    <a:pt x="4418" y="8382"/>
                    <a:pt x="4668" y="8132"/>
                  </a:cubicBezTo>
                  <a:cubicBezTo>
                    <a:pt x="4728" y="8073"/>
                    <a:pt x="4728" y="7989"/>
                    <a:pt x="4668" y="7930"/>
                  </a:cubicBezTo>
                  <a:cubicBezTo>
                    <a:pt x="4638" y="7900"/>
                    <a:pt x="4600" y="7885"/>
                    <a:pt x="4561" y="7885"/>
                  </a:cubicBezTo>
                  <a:cubicBezTo>
                    <a:pt x="4522" y="7885"/>
                    <a:pt x="4483" y="7900"/>
                    <a:pt x="4454" y="7930"/>
                  </a:cubicBezTo>
                  <a:cubicBezTo>
                    <a:pt x="4251" y="8120"/>
                    <a:pt x="4025" y="8275"/>
                    <a:pt x="3823" y="8346"/>
                  </a:cubicBezTo>
                  <a:cubicBezTo>
                    <a:pt x="3358" y="8168"/>
                    <a:pt x="2965" y="7751"/>
                    <a:pt x="2715" y="7394"/>
                  </a:cubicBezTo>
                  <a:cubicBezTo>
                    <a:pt x="2894" y="7239"/>
                    <a:pt x="3001" y="7025"/>
                    <a:pt x="3001" y="6787"/>
                  </a:cubicBezTo>
                  <a:lnTo>
                    <a:pt x="3001" y="6275"/>
                  </a:lnTo>
                  <a:cubicBezTo>
                    <a:pt x="3251" y="6382"/>
                    <a:pt x="3525" y="6430"/>
                    <a:pt x="3823" y="6430"/>
                  </a:cubicBezTo>
                  <a:cubicBezTo>
                    <a:pt x="4120" y="6430"/>
                    <a:pt x="4382" y="6370"/>
                    <a:pt x="4632" y="6275"/>
                  </a:cubicBezTo>
                  <a:close/>
                  <a:moveTo>
                    <a:pt x="3846" y="0"/>
                  </a:moveTo>
                  <a:cubicBezTo>
                    <a:pt x="2251" y="0"/>
                    <a:pt x="953" y="1286"/>
                    <a:pt x="953" y="2882"/>
                  </a:cubicBezTo>
                  <a:lnTo>
                    <a:pt x="953" y="4013"/>
                  </a:lnTo>
                  <a:cubicBezTo>
                    <a:pt x="953" y="4846"/>
                    <a:pt x="751" y="5453"/>
                    <a:pt x="632" y="5775"/>
                  </a:cubicBezTo>
                  <a:cubicBezTo>
                    <a:pt x="584" y="5894"/>
                    <a:pt x="584" y="6013"/>
                    <a:pt x="632" y="6132"/>
                  </a:cubicBezTo>
                  <a:cubicBezTo>
                    <a:pt x="679" y="6251"/>
                    <a:pt x="775" y="6334"/>
                    <a:pt x="894" y="6382"/>
                  </a:cubicBezTo>
                  <a:cubicBezTo>
                    <a:pt x="1251" y="6525"/>
                    <a:pt x="1965" y="6787"/>
                    <a:pt x="2715" y="6930"/>
                  </a:cubicBezTo>
                  <a:cubicBezTo>
                    <a:pt x="2668" y="7084"/>
                    <a:pt x="2549" y="7180"/>
                    <a:pt x="2418" y="7239"/>
                  </a:cubicBezTo>
                  <a:lnTo>
                    <a:pt x="751" y="7823"/>
                  </a:lnTo>
                  <a:cubicBezTo>
                    <a:pt x="298" y="7989"/>
                    <a:pt x="1" y="8406"/>
                    <a:pt x="1" y="8882"/>
                  </a:cubicBezTo>
                  <a:lnTo>
                    <a:pt x="1" y="10132"/>
                  </a:lnTo>
                  <a:cubicBezTo>
                    <a:pt x="1" y="10216"/>
                    <a:pt x="84" y="10275"/>
                    <a:pt x="156" y="10275"/>
                  </a:cubicBezTo>
                  <a:cubicBezTo>
                    <a:pt x="227" y="10275"/>
                    <a:pt x="298" y="10204"/>
                    <a:pt x="298" y="10132"/>
                  </a:cubicBezTo>
                  <a:lnTo>
                    <a:pt x="298" y="8882"/>
                  </a:lnTo>
                  <a:cubicBezTo>
                    <a:pt x="298" y="8775"/>
                    <a:pt x="322" y="8692"/>
                    <a:pt x="358" y="8597"/>
                  </a:cubicBezTo>
                  <a:lnTo>
                    <a:pt x="1120" y="9251"/>
                  </a:lnTo>
                  <a:cubicBezTo>
                    <a:pt x="1227" y="9347"/>
                    <a:pt x="1299" y="9478"/>
                    <a:pt x="1299" y="9620"/>
                  </a:cubicBezTo>
                  <a:lnTo>
                    <a:pt x="1299" y="10132"/>
                  </a:lnTo>
                  <a:cubicBezTo>
                    <a:pt x="1299" y="10216"/>
                    <a:pt x="1370" y="10275"/>
                    <a:pt x="1453" y="10275"/>
                  </a:cubicBezTo>
                  <a:cubicBezTo>
                    <a:pt x="1525" y="10275"/>
                    <a:pt x="1596" y="10204"/>
                    <a:pt x="1596" y="10132"/>
                  </a:cubicBezTo>
                  <a:lnTo>
                    <a:pt x="1596" y="9609"/>
                  </a:lnTo>
                  <a:cubicBezTo>
                    <a:pt x="1596" y="9370"/>
                    <a:pt x="1489" y="9168"/>
                    <a:pt x="1310" y="9001"/>
                  </a:cubicBezTo>
                  <a:lnTo>
                    <a:pt x="513" y="8311"/>
                  </a:lnTo>
                  <a:cubicBezTo>
                    <a:pt x="596" y="8216"/>
                    <a:pt x="715" y="8132"/>
                    <a:pt x="834" y="8085"/>
                  </a:cubicBezTo>
                  <a:lnTo>
                    <a:pt x="1846" y="7739"/>
                  </a:lnTo>
                  <a:cubicBezTo>
                    <a:pt x="2537" y="8775"/>
                    <a:pt x="3251" y="9144"/>
                    <a:pt x="3727" y="9275"/>
                  </a:cubicBezTo>
                  <a:cubicBezTo>
                    <a:pt x="3775" y="9299"/>
                    <a:pt x="3799" y="9299"/>
                    <a:pt x="3846" y="9299"/>
                  </a:cubicBezTo>
                  <a:cubicBezTo>
                    <a:pt x="3894" y="9299"/>
                    <a:pt x="3930" y="9299"/>
                    <a:pt x="3966" y="9275"/>
                  </a:cubicBezTo>
                  <a:cubicBezTo>
                    <a:pt x="4442" y="9144"/>
                    <a:pt x="5156" y="8775"/>
                    <a:pt x="5835" y="7739"/>
                  </a:cubicBezTo>
                  <a:lnTo>
                    <a:pt x="6847" y="8085"/>
                  </a:lnTo>
                  <a:cubicBezTo>
                    <a:pt x="6990" y="8132"/>
                    <a:pt x="7085" y="8216"/>
                    <a:pt x="7180" y="8311"/>
                  </a:cubicBezTo>
                  <a:lnTo>
                    <a:pt x="6371" y="9001"/>
                  </a:lnTo>
                  <a:cubicBezTo>
                    <a:pt x="6192" y="9144"/>
                    <a:pt x="6097" y="9370"/>
                    <a:pt x="6097" y="9609"/>
                  </a:cubicBezTo>
                  <a:lnTo>
                    <a:pt x="6097" y="10120"/>
                  </a:lnTo>
                  <a:cubicBezTo>
                    <a:pt x="6097" y="10204"/>
                    <a:pt x="6168" y="10263"/>
                    <a:pt x="6240" y="10263"/>
                  </a:cubicBezTo>
                  <a:cubicBezTo>
                    <a:pt x="6311" y="10263"/>
                    <a:pt x="6394" y="10192"/>
                    <a:pt x="6394" y="10120"/>
                  </a:cubicBezTo>
                  <a:lnTo>
                    <a:pt x="6394" y="9609"/>
                  </a:lnTo>
                  <a:cubicBezTo>
                    <a:pt x="6394" y="9466"/>
                    <a:pt x="6454" y="9323"/>
                    <a:pt x="6573" y="9239"/>
                  </a:cubicBezTo>
                  <a:lnTo>
                    <a:pt x="7323" y="8585"/>
                  </a:lnTo>
                  <a:cubicBezTo>
                    <a:pt x="7359" y="8668"/>
                    <a:pt x="7383" y="8775"/>
                    <a:pt x="7383" y="8870"/>
                  </a:cubicBezTo>
                  <a:lnTo>
                    <a:pt x="7383" y="10120"/>
                  </a:lnTo>
                  <a:cubicBezTo>
                    <a:pt x="7383" y="10204"/>
                    <a:pt x="7466" y="10263"/>
                    <a:pt x="7537" y="10263"/>
                  </a:cubicBezTo>
                  <a:cubicBezTo>
                    <a:pt x="7609" y="10263"/>
                    <a:pt x="7680" y="10192"/>
                    <a:pt x="7680" y="10120"/>
                  </a:cubicBezTo>
                  <a:lnTo>
                    <a:pt x="7680" y="8870"/>
                  </a:lnTo>
                  <a:cubicBezTo>
                    <a:pt x="7692" y="8406"/>
                    <a:pt x="7395" y="7977"/>
                    <a:pt x="6942" y="7823"/>
                  </a:cubicBezTo>
                  <a:lnTo>
                    <a:pt x="5275" y="7239"/>
                  </a:lnTo>
                  <a:cubicBezTo>
                    <a:pt x="5132" y="7203"/>
                    <a:pt x="5025" y="7084"/>
                    <a:pt x="4978" y="6930"/>
                  </a:cubicBezTo>
                  <a:cubicBezTo>
                    <a:pt x="5740" y="6787"/>
                    <a:pt x="6442" y="6513"/>
                    <a:pt x="6799" y="6382"/>
                  </a:cubicBezTo>
                  <a:cubicBezTo>
                    <a:pt x="6918" y="6334"/>
                    <a:pt x="7002" y="6251"/>
                    <a:pt x="7061" y="6132"/>
                  </a:cubicBezTo>
                  <a:cubicBezTo>
                    <a:pt x="7109" y="6013"/>
                    <a:pt x="7109" y="5894"/>
                    <a:pt x="7061" y="5775"/>
                  </a:cubicBezTo>
                  <a:cubicBezTo>
                    <a:pt x="6942" y="5477"/>
                    <a:pt x="6740" y="4846"/>
                    <a:pt x="6740" y="4013"/>
                  </a:cubicBezTo>
                  <a:lnTo>
                    <a:pt x="6740" y="2882"/>
                  </a:lnTo>
                  <a:cubicBezTo>
                    <a:pt x="6740" y="1286"/>
                    <a:pt x="5442" y="0"/>
                    <a:pt x="384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695" name="Google Shape;695;p42"/>
            <p:cNvSpPr/>
            <p:nvPr/>
          </p:nvSpPr>
          <p:spPr>
            <a:xfrm>
              <a:off x="7611608" y="2891630"/>
              <a:ext cx="20069" cy="9463"/>
            </a:xfrm>
            <a:custGeom>
              <a:avLst/>
              <a:gdLst/>
              <a:ahLst/>
              <a:cxnLst/>
              <a:rect l="l" t="t" r="r" b="b"/>
              <a:pathLst>
                <a:path w="632" h="298" extrusionOk="0">
                  <a:moveTo>
                    <a:pt x="155" y="0"/>
                  </a:moveTo>
                  <a:cubicBezTo>
                    <a:pt x="60" y="0"/>
                    <a:pt x="1" y="83"/>
                    <a:pt x="1" y="155"/>
                  </a:cubicBezTo>
                  <a:cubicBezTo>
                    <a:pt x="1" y="226"/>
                    <a:pt x="84" y="298"/>
                    <a:pt x="155" y="298"/>
                  </a:cubicBezTo>
                  <a:lnTo>
                    <a:pt x="477" y="298"/>
                  </a:lnTo>
                  <a:cubicBezTo>
                    <a:pt x="572" y="298"/>
                    <a:pt x="632" y="226"/>
                    <a:pt x="632" y="155"/>
                  </a:cubicBezTo>
                  <a:cubicBezTo>
                    <a:pt x="632" y="83"/>
                    <a:pt x="572" y="0"/>
                    <a:pt x="4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696" name="Google Shape;696;p42"/>
            <p:cNvSpPr/>
            <p:nvPr/>
          </p:nvSpPr>
          <p:spPr>
            <a:xfrm>
              <a:off x="7673245" y="2891630"/>
              <a:ext cx="19688" cy="9463"/>
            </a:xfrm>
            <a:custGeom>
              <a:avLst/>
              <a:gdLst/>
              <a:ahLst/>
              <a:cxnLst/>
              <a:rect l="l" t="t" r="r" b="b"/>
              <a:pathLst>
                <a:path w="620" h="298" extrusionOk="0">
                  <a:moveTo>
                    <a:pt x="143" y="0"/>
                  </a:moveTo>
                  <a:cubicBezTo>
                    <a:pt x="60" y="0"/>
                    <a:pt x="0" y="83"/>
                    <a:pt x="0" y="155"/>
                  </a:cubicBezTo>
                  <a:cubicBezTo>
                    <a:pt x="0" y="226"/>
                    <a:pt x="72" y="298"/>
                    <a:pt x="143" y="298"/>
                  </a:cubicBezTo>
                  <a:lnTo>
                    <a:pt x="477" y="298"/>
                  </a:lnTo>
                  <a:cubicBezTo>
                    <a:pt x="560" y="298"/>
                    <a:pt x="620" y="226"/>
                    <a:pt x="620" y="155"/>
                  </a:cubicBezTo>
                  <a:cubicBezTo>
                    <a:pt x="620" y="83"/>
                    <a:pt x="548" y="0"/>
                    <a:pt x="4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</p:grpSp>
      <p:grpSp>
        <p:nvGrpSpPr>
          <p:cNvPr id="697" name="Google Shape;697;p42"/>
          <p:cNvGrpSpPr/>
          <p:nvPr/>
        </p:nvGrpSpPr>
        <p:grpSpPr>
          <a:xfrm>
            <a:off x="4142648" y="4915418"/>
            <a:ext cx="497587" cy="497035"/>
            <a:chOff x="5823294" y="2309751"/>
            <a:chExt cx="315327" cy="314978"/>
          </a:xfrm>
        </p:grpSpPr>
        <p:sp>
          <p:nvSpPr>
            <p:cNvPr id="698" name="Google Shape;698;p42"/>
            <p:cNvSpPr/>
            <p:nvPr/>
          </p:nvSpPr>
          <p:spPr>
            <a:xfrm>
              <a:off x="5823294" y="2309751"/>
              <a:ext cx="315327" cy="314978"/>
            </a:xfrm>
            <a:custGeom>
              <a:avLst/>
              <a:gdLst/>
              <a:ahLst/>
              <a:cxnLst/>
              <a:rect l="l" t="t" r="r" b="b"/>
              <a:pathLst>
                <a:path w="9930" h="9919" extrusionOk="0">
                  <a:moveTo>
                    <a:pt x="4953" y="0"/>
                  </a:moveTo>
                  <a:cubicBezTo>
                    <a:pt x="3632" y="0"/>
                    <a:pt x="2381" y="524"/>
                    <a:pt x="1465" y="1465"/>
                  </a:cubicBezTo>
                  <a:cubicBezTo>
                    <a:pt x="524" y="2405"/>
                    <a:pt x="0" y="3656"/>
                    <a:pt x="0" y="4965"/>
                  </a:cubicBezTo>
                  <a:cubicBezTo>
                    <a:pt x="0" y="6275"/>
                    <a:pt x="524" y="7537"/>
                    <a:pt x="1465" y="8466"/>
                  </a:cubicBezTo>
                  <a:cubicBezTo>
                    <a:pt x="2393" y="9394"/>
                    <a:pt x="3643" y="9918"/>
                    <a:pt x="4953" y="9918"/>
                  </a:cubicBezTo>
                  <a:cubicBezTo>
                    <a:pt x="6263" y="9918"/>
                    <a:pt x="7537" y="9394"/>
                    <a:pt x="8454" y="8466"/>
                  </a:cubicBezTo>
                  <a:cubicBezTo>
                    <a:pt x="9394" y="7525"/>
                    <a:pt x="9918" y="6275"/>
                    <a:pt x="9918" y="4965"/>
                  </a:cubicBezTo>
                  <a:cubicBezTo>
                    <a:pt x="9930" y="4858"/>
                    <a:pt x="9930" y="4775"/>
                    <a:pt x="9930" y="4680"/>
                  </a:cubicBezTo>
                  <a:cubicBezTo>
                    <a:pt x="9930" y="4613"/>
                    <a:pt x="9869" y="4547"/>
                    <a:pt x="9803" y="4547"/>
                  </a:cubicBezTo>
                  <a:cubicBezTo>
                    <a:pt x="9798" y="4547"/>
                    <a:pt x="9792" y="4548"/>
                    <a:pt x="9787" y="4549"/>
                  </a:cubicBezTo>
                  <a:cubicBezTo>
                    <a:pt x="9704" y="4549"/>
                    <a:pt x="9632" y="4620"/>
                    <a:pt x="9644" y="4691"/>
                  </a:cubicBezTo>
                  <a:lnTo>
                    <a:pt x="9644" y="4953"/>
                  </a:lnTo>
                  <a:cubicBezTo>
                    <a:pt x="9644" y="6204"/>
                    <a:pt x="9156" y="7358"/>
                    <a:pt x="8275" y="8251"/>
                  </a:cubicBezTo>
                  <a:cubicBezTo>
                    <a:pt x="7394" y="9144"/>
                    <a:pt x="6227" y="9621"/>
                    <a:pt x="4977" y="9621"/>
                  </a:cubicBezTo>
                  <a:cubicBezTo>
                    <a:pt x="3727" y="9621"/>
                    <a:pt x="2560" y="9132"/>
                    <a:pt x="1667" y="8251"/>
                  </a:cubicBezTo>
                  <a:cubicBezTo>
                    <a:pt x="774" y="7370"/>
                    <a:pt x="298" y="6204"/>
                    <a:pt x="298" y="4953"/>
                  </a:cubicBezTo>
                  <a:cubicBezTo>
                    <a:pt x="298" y="3703"/>
                    <a:pt x="786" y="2536"/>
                    <a:pt x="1667" y="1643"/>
                  </a:cubicBezTo>
                  <a:cubicBezTo>
                    <a:pt x="2548" y="750"/>
                    <a:pt x="3727" y="274"/>
                    <a:pt x="4977" y="274"/>
                  </a:cubicBezTo>
                  <a:cubicBezTo>
                    <a:pt x="6072" y="274"/>
                    <a:pt x="7144" y="667"/>
                    <a:pt x="7977" y="1382"/>
                  </a:cubicBezTo>
                  <a:cubicBezTo>
                    <a:pt x="8811" y="2072"/>
                    <a:pt x="9382" y="3048"/>
                    <a:pt x="9561" y="4120"/>
                  </a:cubicBezTo>
                  <a:cubicBezTo>
                    <a:pt x="9572" y="4185"/>
                    <a:pt x="9632" y="4241"/>
                    <a:pt x="9697" y="4241"/>
                  </a:cubicBezTo>
                  <a:cubicBezTo>
                    <a:pt x="9703" y="4241"/>
                    <a:pt x="9709" y="4240"/>
                    <a:pt x="9716" y="4239"/>
                  </a:cubicBezTo>
                  <a:cubicBezTo>
                    <a:pt x="9799" y="4215"/>
                    <a:pt x="9858" y="4144"/>
                    <a:pt x="9835" y="4072"/>
                  </a:cubicBezTo>
                  <a:cubicBezTo>
                    <a:pt x="9632" y="2941"/>
                    <a:pt x="9037" y="1917"/>
                    <a:pt x="8156" y="1167"/>
                  </a:cubicBezTo>
                  <a:cubicBezTo>
                    <a:pt x="7263" y="405"/>
                    <a:pt x="6132" y="0"/>
                    <a:pt x="49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699" name="Google Shape;699;p42"/>
            <p:cNvSpPr/>
            <p:nvPr/>
          </p:nvSpPr>
          <p:spPr>
            <a:xfrm>
              <a:off x="5846348" y="2332805"/>
              <a:ext cx="268457" cy="268489"/>
            </a:xfrm>
            <a:custGeom>
              <a:avLst/>
              <a:gdLst/>
              <a:ahLst/>
              <a:cxnLst/>
              <a:rect l="l" t="t" r="r" b="b"/>
              <a:pathLst>
                <a:path w="8454" h="8455" extrusionOk="0">
                  <a:moveTo>
                    <a:pt x="4227" y="1"/>
                  </a:moveTo>
                  <a:cubicBezTo>
                    <a:pt x="3632" y="1"/>
                    <a:pt x="3060" y="120"/>
                    <a:pt x="2501" y="370"/>
                  </a:cubicBezTo>
                  <a:cubicBezTo>
                    <a:pt x="1989" y="608"/>
                    <a:pt x="1512" y="929"/>
                    <a:pt x="1120" y="1358"/>
                  </a:cubicBezTo>
                  <a:cubicBezTo>
                    <a:pt x="1060" y="1418"/>
                    <a:pt x="1072" y="1513"/>
                    <a:pt x="1131" y="1572"/>
                  </a:cubicBezTo>
                  <a:cubicBezTo>
                    <a:pt x="1158" y="1599"/>
                    <a:pt x="1192" y="1611"/>
                    <a:pt x="1227" y="1611"/>
                  </a:cubicBezTo>
                  <a:cubicBezTo>
                    <a:pt x="1270" y="1611"/>
                    <a:pt x="1313" y="1593"/>
                    <a:pt x="1346" y="1560"/>
                  </a:cubicBezTo>
                  <a:cubicBezTo>
                    <a:pt x="1715" y="1156"/>
                    <a:pt x="2155" y="846"/>
                    <a:pt x="2644" y="632"/>
                  </a:cubicBezTo>
                  <a:cubicBezTo>
                    <a:pt x="3144" y="405"/>
                    <a:pt x="3679" y="286"/>
                    <a:pt x="4251" y="286"/>
                  </a:cubicBezTo>
                  <a:cubicBezTo>
                    <a:pt x="6418" y="286"/>
                    <a:pt x="8192" y="2060"/>
                    <a:pt x="8192" y="4239"/>
                  </a:cubicBezTo>
                  <a:cubicBezTo>
                    <a:pt x="8192" y="6406"/>
                    <a:pt x="6418" y="8180"/>
                    <a:pt x="4251" y="8180"/>
                  </a:cubicBezTo>
                  <a:cubicBezTo>
                    <a:pt x="2072" y="8180"/>
                    <a:pt x="298" y="6406"/>
                    <a:pt x="298" y="4239"/>
                  </a:cubicBezTo>
                  <a:cubicBezTo>
                    <a:pt x="298" y="3465"/>
                    <a:pt x="524" y="2703"/>
                    <a:pt x="965" y="2060"/>
                  </a:cubicBezTo>
                  <a:cubicBezTo>
                    <a:pt x="1001" y="1989"/>
                    <a:pt x="989" y="1882"/>
                    <a:pt x="917" y="1846"/>
                  </a:cubicBezTo>
                  <a:cubicBezTo>
                    <a:pt x="893" y="1827"/>
                    <a:pt x="862" y="1818"/>
                    <a:pt x="830" y="1818"/>
                  </a:cubicBezTo>
                  <a:cubicBezTo>
                    <a:pt x="781" y="1818"/>
                    <a:pt x="731" y="1839"/>
                    <a:pt x="703" y="1882"/>
                  </a:cubicBezTo>
                  <a:cubicBezTo>
                    <a:pt x="250" y="2584"/>
                    <a:pt x="0" y="3394"/>
                    <a:pt x="0" y="4227"/>
                  </a:cubicBezTo>
                  <a:cubicBezTo>
                    <a:pt x="0" y="5358"/>
                    <a:pt x="453" y="6406"/>
                    <a:pt x="1239" y="7216"/>
                  </a:cubicBezTo>
                  <a:cubicBezTo>
                    <a:pt x="2048" y="8014"/>
                    <a:pt x="3096" y="8454"/>
                    <a:pt x="4227" y="8454"/>
                  </a:cubicBezTo>
                  <a:cubicBezTo>
                    <a:pt x="5358" y="8454"/>
                    <a:pt x="6418" y="8002"/>
                    <a:pt x="7227" y="7216"/>
                  </a:cubicBezTo>
                  <a:cubicBezTo>
                    <a:pt x="8025" y="6430"/>
                    <a:pt x="8454" y="5358"/>
                    <a:pt x="8454" y="4227"/>
                  </a:cubicBezTo>
                  <a:cubicBezTo>
                    <a:pt x="8454" y="3096"/>
                    <a:pt x="8013" y="2037"/>
                    <a:pt x="7227" y="1227"/>
                  </a:cubicBezTo>
                  <a:cubicBezTo>
                    <a:pt x="6418" y="429"/>
                    <a:pt x="5358" y="1"/>
                    <a:pt x="42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700" name="Google Shape;700;p42"/>
            <p:cNvSpPr/>
            <p:nvPr/>
          </p:nvSpPr>
          <p:spPr>
            <a:xfrm>
              <a:off x="5869402" y="2462111"/>
              <a:ext cx="15909" cy="9495"/>
            </a:xfrm>
            <a:custGeom>
              <a:avLst/>
              <a:gdLst/>
              <a:ahLst/>
              <a:cxnLst/>
              <a:rect l="l" t="t" r="r" b="b"/>
              <a:pathLst>
                <a:path w="501" h="299" extrusionOk="0">
                  <a:moveTo>
                    <a:pt x="144" y="1"/>
                  </a:moveTo>
                  <a:cubicBezTo>
                    <a:pt x="72" y="1"/>
                    <a:pt x="1" y="72"/>
                    <a:pt x="1" y="155"/>
                  </a:cubicBezTo>
                  <a:cubicBezTo>
                    <a:pt x="1" y="227"/>
                    <a:pt x="60" y="298"/>
                    <a:pt x="144" y="298"/>
                  </a:cubicBezTo>
                  <a:lnTo>
                    <a:pt x="358" y="298"/>
                  </a:lnTo>
                  <a:cubicBezTo>
                    <a:pt x="429" y="298"/>
                    <a:pt x="501" y="239"/>
                    <a:pt x="501" y="155"/>
                  </a:cubicBezTo>
                  <a:cubicBezTo>
                    <a:pt x="501" y="60"/>
                    <a:pt x="441" y="1"/>
                    <a:pt x="3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701" name="Google Shape;701;p42"/>
            <p:cNvSpPr/>
            <p:nvPr/>
          </p:nvSpPr>
          <p:spPr>
            <a:xfrm>
              <a:off x="5976416" y="2354748"/>
              <a:ext cx="116858" cy="116858"/>
            </a:xfrm>
            <a:custGeom>
              <a:avLst/>
              <a:gdLst/>
              <a:ahLst/>
              <a:cxnLst/>
              <a:rect l="l" t="t" r="r" b="b"/>
              <a:pathLst>
                <a:path w="3680" h="3680" extrusionOk="0">
                  <a:moveTo>
                    <a:pt x="155" y="0"/>
                  </a:moveTo>
                  <a:cubicBezTo>
                    <a:pt x="60" y="0"/>
                    <a:pt x="0" y="60"/>
                    <a:pt x="0" y="155"/>
                  </a:cubicBezTo>
                  <a:lnTo>
                    <a:pt x="0" y="3536"/>
                  </a:lnTo>
                  <a:cubicBezTo>
                    <a:pt x="0" y="3608"/>
                    <a:pt x="60" y="3679"/>
                    <a:pt x="155" y="3679"/>
                  </a:cubicBezTo>
                  <a:lnTo>
                    <a:pt x="3536" y="3679"/>
                  </a:lnTo>
                  <a:cubicBezTo>
                    <a:pt x="3608" y="3679"/>
                    <a:pt x="3679" y="3620"/>
                    <a:pt x="3679" y="3536"/>
                  </a:cubicBezTo>
                  <a:cubicBezTo>
                    <a:pt x="3679" y="3441"/>
                    <a:pt x="3620" y="3382"/>
                    <a:pt x="3536" y="3382"/>
                  </a:cubicBezTo>
                  <a:lnTo>
                    <a:pt x="298" y="3382"/>
                  </a:lnTo>
                  <a:lnTo>
                    <a:pt x="298" y="155"/>
                  </a:lnTo>
                  <a:cubicBezTo>
                    <a:pt x="298" y="84"/>
                    <a:pt x="238" y="0"/>
                    <a:pt x="1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702" name="Google Shape;702;p42"/>
            <p:cNvSpPr/>
            <p:nvPr/>
          </p:nvSpPr>
          <p:spPr>
            <a:xfrm>
              <a:off x="5976416" y="2562679"/>
              <a:ext cx="9463" cy="16290"/>
            </a:xfrm>
            <a:custGeom>
              <a:avLst/>
              <a:gdLst/>
              <a:ahLst/>
              <a:cxnLst/>
              <a:rect l="l" t="t" r="r" b="b"/>
              <a:pathLst>
                <a:path w="298" h="513" extrusionOk="0">
                  <a:moveTo>
                    <a:pt x="155" y="1"/>
                  </a:moveTo>
                  <a:cubicBezTo>
                    <a:pt x="60" y="1"/>
                    <a:pt x="0" y="60"/>
                    <a:pt x="0" y="155"/>
                  </a:cubicBezTo>
                  <a:lnTo>
                    <a:pt x="0" y="358"/>
                  </a:lnTo>
                  <a:cubicBezTo>
                    <a:pt x="0" y="441"/>
                    <a:pt x="60" y="513"/>
                    <a:pt x="155" y="513"/>
                  </a:cubicBezTo>
                  <a:cubicBezTo>
                    <a:pt x="238" y="513"/>
                    <a:pt x="298" y="453"/>
                    <a:pt x="298" y="358"/>
                  </a:cubicBezTo>
                  <a:lnTo>
                    <a:pt x="298" y="155"/>
                  </a:lnTo>
                  <a:cubicBezTo>
                    <a:pt x="298" y="84"/>
                    <a:pt x="238" y="1"/>
                    <a:pt x="1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703" name="Google Shape;703;p42"/>
            <p:cNvSpPr/>
            <p:nvPr/>
          </p:nvSpPr>
          <p:spPr>
            <a:xfrm>
              <a:off x="5900395" y="2386217"/>
              <a:ext cx="15179" cy="13909"/>
            </a:xfrm>
            <a:custGeom>
              <a:avLst/>
              <a:gdLst/>
              <a:ahLst/>
              <a:cxnLst/>
              <a:rect l="l" t="t" r="r" b="b"/>
              <a:pathLst>
                <a:path w="478" h="438" extrusionOk="0">
                  <a:moveTo>
                    <a:pt x="168" y="0"/>
                  </a:moveTo>
                  <a:cubicBezTo>
                    <a:pt x="129" y="0"/>
                    <a:pt x="90" y="15"/>
                    <a:pt x="61" y="45"/>
                  </a:cubicBezTo>
                  <a:cubicBezTo>
                    <a:pt x="1" y="105"/>
                    <a:pt x="1" y="188"/>
                    <a:pt x="61" y="247"/>
                  </a:cubicBezTo>
                  <a:lnTo>
                    <a:pt x="215" y="402"/>
                  </a:lnTo>
                  <a:cubicBezTo>
                    <a:pt x="239" y="426"/>
                    <a:pt x="275" y="438"/>
                    <a:pt x="311" y="438"/>
                  </a:cubicBezTo>
                  <a:cubicBezTo>
                    <a:pt x="358" y="438"/>
                    <a:pt x="394" y="426"/>
                    <a:pt x="418" y="402"/>
                  </a:cubicBezTo>
                  <a:cubicBezTo>
                    <a:pt x="477" y="343"/>
                    <a:pt x="477" y="247"/>
                    <a:pt x="418" y="188"/>
                  </a:cubicBezTo>
                  <a:lnTo>
                    <a:pt x="275" y="45"/>
                  </a:lnTo>
                  <a:cubicBezTo>
                    <a:pt x="245" y="15"/>
                    <a:pt x="206" y="0"/>
                    <a:pt x="16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704" name="Google Shape;704;p42"/>
            <p:cNvSpPr/>
            <p:nvPr/>
          </p:nvSpPr>
          <p:spPr>
            <a:xfrm>
              <a:off x="6047484" y="2533655"/>
              <a:ext cx="15147" cy="13940"/>
            </a:xfrm>
            <a:custGeom>
              <a:avLst/>
              <a:gdLst/>
              <a:ahLst/>
              <a:cxnLst/>
              <a:rect l="l" t="t" r="r" b="b"/>
              <a:pathLst>
                <a:path w="477" h="439" extrusionOk="0">
                  <a:moveTo>
                    <a:pt x="161" y="1"/>
                  </a:moveTo>
                  <a:cubicBezTo>
                    <a:pt x="126" y="1"/>
                    <a:pt x="90" y="16"/>
                    <a:pt x="60" y="46"/>
                  </a:cubicBezTo>
                  <a:cubicBezTo>
                    <a:pt x="1" y="93"/>
                    <a:pt x="1" y="188"/>
                    <a:pt x="60" y="248"/>
                  </a:cubicBezTo>
                  <a:lnTo>
                    <a:pt x="203" y="391"/>
                  </a:lnTo>
                  <a:cubicBezTo>
                    <a:pt x="239" y="427"/>
                    <a:pt x="262" y="438"/>
                    <a:pt x="310" y="438"/>
                  </a:cubicBezTo>
                  <a:cubicBezTo>
                    <a:pt x="358" y="438"/>
                    <a:pt x="382" y="427"/>
                    <a:pt x="417" y="391"/>
                  </a:cubicBezTo>
                  <a:cubicBezTo>
                    <a:pt x="477" y="343"/>
                    <a:pt x="477" y="248"/>
                    <a:pt x="417" y="188"/>
                  </a:cubicBezTo>
                  <a:lnTo>
                    <a:pt x="262" y="46"/>
                  </a:lnTo>
                  <a:cubicBezTo>
                    <a:pt x="233" y="16"/>
                    <a:pt x="197" y="1"/>
                    <a:pt x="16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705" name="Google Shape;705;p42"/>
            <p:cNvSpPr/>
            <p:nvPr/>
          </p:nvSpPr>
          <p:spPr>
            <a:xfrm>
              <a:off x="6047484" y="2386217"/>
              <a:ext cx="15147" cy="13909"/>
            </a:xfrm>
            <a:custGeom>
              <a:avLst/>
              <a:gdLst/>
              <a:ahLst/>
              <a:cxnLst/>
              <a:rect l="l" t="t" r="r" b="b"/>
              <a:pathLst>
                <a:path w="477" h="438" extrusionOk="0">
                  <a:moveTo>
                    <a:pt x="310" y="0"/>
                  </a:moveTo>
                  <a:cubicBezTo>
                    <a:pt x="271" y="0"/>
                    <a:pt x="233" y="15"/>
                    <a:pt x="203" y="45"/>
                  </a:cubicBezTo>
                  <a:lnTo>
                    <a:pt x="60" y="188"/>
                  </a:lnTo>
                  <a:cubicBezTo>
                    <a:pt x="1" y="247"/>
                    <a:pt x="1" y="343"/>
                    <a:pt x="60" y="402"/>
                  </a:cubicBezTo>
                  <a:cubicBezTo>
                    <a:pt x="84" y="426"/>
                    <a:pt x="120" y="438"/>
                    <a:pt x="167" y="438"/>
                  </a:cubicBezTo>
                  <a:cubicBezTo>
                    <a:pt x="203" y="438"/>
                    <a:pt x="239" y="426"/>
                    <a:pt x="262" y="402"/>
                  </a:cubicBezTo>
                  <a:lnTo>
                    <a:pt x="417" y="247"/>
                  </a:lnTo>
                  <a:cubicBezTo>
                    <a:pt x="477" y="188"/>
                    <a:pt x="477" y="105"/>
                    <a:pt x="417" y="45"/>
                  </a:cubicBezTo>
                  <a:cubicBezTo>
                    <a:pt x="387" y="15"/>
                    <a:pt x="349" y="0"/>
                    <a:pt x="3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706" name="Google Shape;706;p42"/>
            <p:cNvSpPr/>
            <p:nvPr/>
          </p:nvSpPr>
          <p:spPr>
            <a:xfrm>
              <a:off x="5900395" y="2533655"/>
              <a:ext cx="15179" cy="13940"/>
            </a:xfrm>
            <a:custGeom>
              <a:avLst/>
              <a:gdLst/>
              <a:ahLst/>
              <a:cxnLst/>
              <a:rect l="l" t="t" r="r" b="b"/>
              <a:pathLst>
                <a:path w="478" h="439" extrusionOk="0">
                  <a:moveTo>
                    <a:pt x="316" y="1"/>
                  </a:moveTo>
                  <a:cubicBezTo>
                    <a:pt x="281" y="1"/>
                    <a:pt x="245" y="16"/>
                    <a:pt x="215" y="46"/>
                  </a:cubicBezTo>
                  <a:lnTo>
                    <a:pt x="61" y="188"/>
                  </a:lnTo>
                  <a:cubicBezTo>
                    <a:pt x="1" y="248"/>
                    <a:pt x="1" y="343"/>
                    <a:pt x="61" y="403"/>
                  </a:cubicBezTo>
                  <a:cubicBezTo>
                    <a:pt x="96" y="427"/>
                    <a:pt x="120" y="438"/>
                    <a:pt x="168" y="438"/>
                  </a:cubicBezTo>
                  <a:cubicBezTo>
                    <a:pt x="215" y="438"/>
                    <a:pt x="239" y="427"/>
                    <a:pt x="275" y="403"/>
                  </a:cubicBezTo>
                  <a:lnTo>
                    <a:pt x="418" y="248"/>
                  </a:lnTo>
                  <a:cubicBezTo>
                    <a:pt x="477" y="188"/>
                    <a:pt x="477" y="105"/>
                    <a:pt x="418" y="46"/>
                  </a:cubicBezTo>
                  <a:cubicBezTo>
                    <a:pt x="388" y="16"/>
                    <a:pt x="352" y="1"/>
                    <a:pt x="3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707" name="Google Shape;707;p42"/>
            <p:cNvSpPr/>
            <p:nvPr/>
          </p:nvSpPr>
          <p:spPr>
            <a:xfrm>
              <a:off x="5877341" y="2420639"/>
              <a:ext cx="16671" cy="11654"/>
            </a:xfrm>
            <a:custGeom>
              <a:avLst/>
              <a:gdLst/>
              <a:ahLst/>
              <a:cxnLst/>
              <a:rect l="l" t="t" r="r" b="b"/>
              <a:pathLst>
                <a:path w="525" h="367" extrusionOk="0">
                  <a:moveTo>
                    <a:pt x="167" y="0"/>
                  </a:moveTo>
                  <a:cubicBezTo>
                    <a:pt x="106" y="0"/>
                    <a:pt x="52" y="29"/>
                    <a:pt x="25" y="92"/>
                  </a:cubicBezTo>
                  <a:cubicBezTo>
                    <a:pt x="1" y="164"/>
                    <a:pt x="25" y="247"/>
                    <a:pt x="108" y="283"/>
                  </a:cubicBezTo>
                  <a:lnTo>
                    <a:pt x="298" y="354"/>
                  </a:lnTo>
                  <a:cubicBezTo>
                    <a:pt x="310" y="366"/>
                    <a:pt x="346" y="366"/>
                    <a:pt x="358" y="366"/>
                  </a:cubicBezTo>
                  <a:cubicBezTo>
                    <a:pt x="417" y="366"/>
                    <a:pt x="465" y="342"/>
                    <a:pt x="489" y="283"/>
                  </a:cubicBezTo>
                  <a:cubicBezTo>
                    <a:pt x="525" y="187"/>
                    <a:pt x="489" y="116"/>
                    <a:pt x="417" y="92"/>
                  </a:cubicBezTo>
                  <a:lnTo>
                    <a:pt x="227" y="9"/>
                  </a:lnTo>
                  <a:cubicBezTo>
                    <a:pt x="207" y="3"/>
                    <a:pt x="186" y="0"/>
                    <a:pt x="1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708" name="Google Shape;708;p42"/>
            <p:cNvSpPr/>
            <p:nvPr/>
          </p:nvSpPr>
          <p:spPr>
            <a:xfrm>
              <a:off x="6068665" y="2501519"/>
              <a:ext cx="16671" cy="11654"/>
            </a:xfrm>
            <a:custGeom>
              <a:avLst/>
              <a:gdLst/>
              <a:ahLst/>
              <a:cxnLst/>
              <a:rect l="l" t="t" r="r" b="b"/>
              <a:pathLst>
                <a:path w="525" h="367" extrusionOk="0">
                  <a:moveTo>
                    <a:pt x="170" y="1"/>
                  </a:moveTo>
                  <a:cubicBezTo>
                    <a:pt x="112" y="1"/>
                    <a:pt x="54" y="28"/>
                    <a:pt x="36" y="81"/>
                  </a:cubicBezTo>
                  <a:cubicBezTo>
                    <a:pt x="0" y="165"/>
                    <a:pt x="36" y="248"/>
                    <a:pt x="107" y="284"/>
                  </a:cubicBezTo>
                  <a:lnTo>
                    <a:pt x="298" y="355"/>
                  </a:lnTo>
                  <a:cubicBezTo>
                    <a:pt x="310" y="367"/>
                    <a:pt x="346" y="367"/>
                    <a:pt x="357" y="367"/>
                  </a:cubicBezTo>
                  <a:cubicBezTo>
                    <a:pt x="417" y="367"/>
                    <a:pt x="465" y="343"/>
                    <a:pt x="488" y="284"/>
                  </a:cubicBezTo>
                  <a:cubicBezTo>
                    <a:pt x="524" y="200"/>
                    <a:pt x="488" y="117"/>
                    <a:pt x="417" y="81"/>
                  </a:cubicBezTo>
                  <a:lnTo>
                    <a:pt x="226" y="10"/>
                  </a:lnTo>
                  <a:cubicBezTo>
                    <a:pt x="209" y="4"/>
                    <a:pt x="189" y="1"/>
                    <a:pt x="1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709" name="Google Shape;709;p42"/>
            <p:cNvSpPr/>
            <p:nvPr/>
          </p:nvSpPr>
          <p:spPr>
            <a:xfrm>
              <a:off x="6015729" y="2363353"/>
              <a:ext cx="12893" cy="15623"/>
            </a:xfrm>
            <a:custGeom>
              <a:avLst/>
              <a:gdLst/>
              <a:ahLst/>
              <a:cxnLst/>
              <a:rect l="l" t="t" r="r" b="b"/>
              <a:pathLst>
                <a:path w="406" h="492" extrusionOk="0">
                  <a:moveTo>
                    <a:pt x="237" y="1"/>
                  </a:moveTo>
                  <a:cubicBezTo>
                    <a:pt x="181" y="1"/>
                    <a:pt x="125" y="34"/>
                    <a:pt x="108" y="86"/>
                  </a:cubicBezTo>
                  <a:lnTo>
                    <a:pt x="36" y="277"/>
                  </a:lnTo>
                  <a:cubicBezTo>
                    <a:pt x="0" y="360"/>
                    <a:pt x="36" y="444"/>
                    <a:pt x="108" y="479"/>
                  </a:cubicBezTo>
                  <a:cubicBezTo>
                    <a:pt x="119" y="479"/>
                    <a:pt x="131" y="491"/>
                    <a:pt x="167" y="491"/>
                  </a:cubicBezTo>
                  <a:cubicBezTo>
                    <a:pt x="227" y="491"/>
                    <a:pt x="274" y="467"/>
                    <a:pt x="298" y="396"/>
                  </a:cubicBezTo>
                  <a:lnTo>
                    <a:pt x="369" y="205"/>
                  </a:lnTo>
                  <a:cubicBezTo>
                    <a:pt x="405" y="134"/>
                    <a:pt x="369" y="39"/>
                    <a:pt x="298" y="15"/>
                  </a:cubicBezTo>
                  <a:cubicBezTo>
                    <a:pt x="279" y="5"/>
                    <a:pt x="258" y="1"/>
                    <a:pt x="2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710" name="Google Shape;710;p42"/>
            <p:cNvSpPr/>
            <p:nvPr/>
          </p:nvSpPr>
          <p:spPr>
            <a:xfrm>
              <a:off x="5934055" y="2554836"/>
              <a:ext cx="13274" cy="15433"/>
            </a:xfrm>
            <a:custGeom>
              <a:avLst/>
              <a:gdLst/>
              <a:ahLst/>
              <a:cxnLst/>
              <a:rect l="l" t="t" r="r" b="b"/>
              <a:pathLst>
                <a:path w="418" h="486" extrusionOk="0">
                  <a:moveTo>
                    <a:pt x="255" y="1"/>
                  </a:moveTo>
                  <a:cubicBezTo>
                    <a:pt x="197" y="1"/>
                    <a:pt x="138" y="30"/>
                    <a:pt x="120" y="93"/>
                  </a:cubicBezTo>
                  <a:lnTo>
                    <a:pt x="48" y="283"/>
                  </a:lnTo>
                  <a:cubicBezTo>
                    <a:pt x="1" y="355"/>
                    <a:pt x="48" y="450"/>
                    <a:pt x="120" y="474"/>
                  </a:cubicBezTo>
                  <a:cubicBezTo>
                    <a:pt x="132" y="486"/>
                    <a:pt x="167" y="486"/>
                    <a:pt x="179" y="486"/>
                  </a:cubicBezTo>
                  <a:cubicBezTo>
                    <a:pt x="239" y="486"/>
                    <a:pt x="286" y="462"/>
                    <a:pt x="310" y="402"/>
                  </a:cubicBezTo>
                  <a:lnTo>
                    <a:pt x="382" y="212"/>
                  </a:lnTo>
                  <a:cubicBezTo>
                    <a:pt x="417" y="129"/>
                    <a:pt x="382" y="45"/>
                    <a:pt x="310" y="10"/>
                  </a:cubicBezTo>
                  <a:cubicBezTo>
                    <a:pt x="293" y="4"/>
                    <a:pt x="274" y="1"/>
                    <a:pt x="2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711" name="Google Shape;711;p42"/>
            <p:cNvSpPr/>
            <p:nvPr/>
          </p:nvSpPr>
          <p:spPr>
            <a:xfrm>
              <a:off x="5935960" y="2362401"/>
              <a:ext cx="12861" cy="15814"/>
            </a:xfrm>
            <a:custGeom>
              <a:avLst/>
              <a:gdLst/>
              <a:ahLst/>
              <a:cxnLst/>
              <a:rect l="l" t="t" r="r" b="b"/>
              <a:pathLst>
                <a:path w="405" h="498" extrusionOk="0">
                  <a:moveTo>
                    <a:pt x="161" y="1"/>
                  </a:moveTo>
                  <a:cubicBezTo>
                    <a:pt x="143" y="1"/>
                    <a:pt x="125" y="3"/>
                    <a:pt x="107" y="9"/>
                  </a:cubicBezTo>
                  <a:cubicBezTo>
                    <a:pt x="24" y="45"/>
                    <a:pt x="0" y="128"/>
                    <a:pt x="24" y="212"/>
                  </a:cubicBezTo>
                  <a:lnTo>
                    <a:pt x="107" y="402"/>
                  </a:lnTo>
                  <a:cubicBezTo>
                    <a:pt x="131" y="462"/>
                    <a:pt x="191" y="497"/>
                    <a:pt x="238" y="497"/>
                  </a:cubicBezTo>
                  <a:cubicBezTo>
                    <a:pt x="250" y="497"/>
                    <a:pt x="262" y="497"/>
                    <a:pt x="298" y="474"/>
                  </a:cubicBezTo>
                  <a:cubicBezTo>
                    <a:pt x="369" y="450"/>
                    <a:pt x="405" y="355"/>
                    <a:pt x="369" y="283"/>
                  </a:cubicBezTo>
                  <a:lnTo>
                    <a:pt x="298" y="93"/>
                  </a:lnTo>
                  <a:cubicBezTo>
                    <a:pt x="271" y="29"/>
                    <a:pt x="216" y="1"/>
                    <a:pt x="16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712" name="Google Shape;712;p42"/>
            <p:cNvSpPr/>
            <p:nvPr/>
          </p:nvSpPr>
          <p:spPr>
            <a:xfrm>
              <a:off x="6013824" y="2555820"/>
              <a:ext cx="12893" cy="15592"/>
            </a:xfrm>
            <a:custGeom>
              <a:avLst/>
              <a:gdLst/>
              <a:ahLst/>
              <a:cxnLst/>
              <a:rect l="l" t="t" r="r" b="b"/>
              <a:pathLst>
                <a:path w="406" h="491" extrusionOk="0">
                  <a:moveTo>
                    <a:pt x="167" y="0"/>
                  </a:moveTo>
                  <a:cubicBezTo>
                    <a:pt x="147" y="0"/>
                    <a:pt x="127" y="5"/>
                    <a:pt x="108" y="14"/>
                  </a:cubicBezTo>
                  <a:cubicBezTo>
                    <a:pt x="37" y="38"/>
                    <a:pt x="1" y="133"/>
                    <a:pt x="37" y="205"/>
                  </a:cubicBezTo>
                  <a:lnTo>
                    <a:pt x="108" y="395"/>
                  </a:lnTo>
                  <a:cubicBezTo>
                    <a:pt x="132" y="455"/>
                    <a:pt x="179" y="491"/>
                    <a:pt x="239" y="491"/>
                  </a:cubicBezTo>
                  <a:cubicBezTo>
                    <a:pt x="251" y="491"/>
                    <a:pt x="275" y="491"/>
                    <a:pt x="299" y="479"/>
                  </a:cubicBezTo>
                  <a:cubicBezTo>
                    <a:pt x="370" y="443"/>
                    <a:pt x="406" y="360"/>
                    <a:pt x="370" y="276"/>
                  </a:cubicBezTo>
                  <a:lnTo>
                    <a:pt x="299" y="86"/>
                  </a:lnTo>
                  <a:cubicBezTo>
                    <a:pt x="272" y="33"/>
                    <a:pt x="221" y="0"/>
                    <a:pt x="1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713" name="Google Shape;713;p42"/>
            <p:cNvSpPr/>
            <p:nvPr/>
          </p:nvSpPr>
          <p:spPr>
            <a:xfrm>
              <a:off x="6069776" y="2422132"/>
              <a:ext cx="16290" cy="11654"/>
            </a:xfrm>
            <a:custGeom>
              <a:avLst/>
              <a:gdLst/>
              <a:ahLst/>
              <a:cxnLst/>
              <a:rect l="l" t="t" r="r" b="b"/>
              <a:pathLst>
                <a:path w="513" h="367" extrusionOk="0">
                  <a:moveTo>
                    <a:pt x="354" y="1"/>
                  </a:moveTo>
                  <a:cubicBezTo>
                    <a:pt x="335" y="1"/>
                    <a:pt x="316" y="3"/>
                    <a:pt x="299" y="9"/>
                  </a:cubicBezTo>
                  <a:lnTo>
                    <a:pt x="96" y="81"/>
                  </a:lnTo>
                  <a:cubicBezTo>
                    <a:pt x="25" y="117"/>
                    <a:pt x="1" y="200"/>
                    <a:pt x="25" y="283"/>
                  </a:cubicBezTo>
                  <a:cubicBezTo>
                    <a:pt x="37" y="343"/>
                    <a:pt x="96" y="367"/>
                    <a:pt x="156" y="367"/>
                  </a:cubicBezTo>
                  <a:cubicBezTo>
                    <a:pt x="180" y="367"/>
                    <a:pt x="191" y="367"/>
                    <a:pt x="215" y="355"/>
                  </a:cubicBezTo>
                  <a:lnTo>
                    <a:pt x="418" y="283"/>
                  </a:lnTo>
                  <a:cubicBezTo>
                    <a:pt x="489" y="248"/>
                    <a:pt x="513" y="164"/>
                    <a:pt x="489" y="81"/>
                  </a:cubicBezTo>
                  <a:cubicBezTo>
                    <a:pt x="462" y="27"/>
                    <a:pt x="409" y="1"/>
                    <a:pt x="3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714" name="Google Shape;714;p42"/>
            <p:cNvSpPr/>
            <p:nvPr/>
          </p:nvSpPr>
          <p:spPr>
            <a:xfrm>
              <a:off x="5876960" y="2500027"/>
              <a:ext cx="16290" cy="11654"/>
            </a:xfrm>
            <a:custGeom>
              <a:avLst/>
              <a:gdLst/>
              <a:ahLst/>
              <a:cxnLst/>
              <a:rect l="l" t="t" r="r" b="b"/>
              <a:pathLst>
                <a:path w="513" h="367" extrusionOk="0">
                  <a:moveTo>
                    <a:pt x="352" y="0"/>
                  </a:moveTo>
                  <a:cubicBezTo>
                    <a:pt x="334" y="0"/>
                    <a:pt x="316" y="3"/>
                    <a:pt x="298" y="9"/>
                  </a:cubicBezTo>
                  <a:lnTo>
                    <a:pt x="96" y="92"/>
                  </a:lnTo>
                  <a:cubicBezTo>
                    <a:pt x="25" y="116"/>
                    <a:pt x="1" y="212"/>
                    <a:pt x="25" y="283"/>
                  </a:cubicBezTo>
                  <a:cubicBezTo>
                    <a:pt x="60" y="343"/>
                    <a:pt x="96" y="366"/>
                    <a:pt x="156" y="366"/>
                  </a:cubicBezTo>
                  <a:cubicBezTo>
                    <a:pt x="179" y="366"/>
                    <a:pt x="191" y="366"/>
                    <a:pt x="215" y="354"/>
                  </a:cubicBezTo>
                  <a:lnTo>
                    <a:pt x="418" y="283"/>
                  </a:lnTo>
                  <a:cubicBezTo>
                    <a:pt x="489" y="247"/>
                    <a:pt x="513" y="164"/>
                    <a:pt x="489" y="92"/>
                  </a:cubicBezTo>
                  <a:cubicBezTo>
                    <a:pt x="462" y="29"/>
                    <a:pt x="408" y="0"/>
                    <a:pt x="3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</p:grpSp>
      <p:cxnSp>
        <p:nvCxnSpPr>
          <p:cNvPr id="4" name="Google Shape;270;p29">
            <a:extLst>
              <a:ext uri="{FF2B5EF4-FFF2-40B4-BE49-F238E27FC236}">
                <a16:creationId xmlns:a16="http://schemas.microsoft.com/office/drawing/2014/main" id="{EA07BA54-5AF7-2999-4E90-B094A3A944D1}"/>
              </a:ext>
            </a:extLst>
          </p:cNvPr>
          <p:cNvCxnSpPr>
            <a:cxnSpLocks/>
          </p:cNvCxnSpPr>
          <p:nvPr/>
        </p:nvCxnSpPr>
        <p:spPr>
          <a:xfrm>
            <a:off x="1263541" y="1257101"/>
            <a:ext cx="9722400" cy="0"/>
          </a:xfrm>
          <a:prstGeom prst="straightConnector1">
            <a:avLst/>
          </a:prstGeom>
          <a:noFill/>
          <a:ln w="12700" cap="flat" cmpd="sng">
            <a:solidFill>
              <a:schemeClr val="tx1"/>
            </a:solidFill>
            <a:prstDash val="solid"/>
            <a:round/>
            <a:headEnd type="oval" w="med" len="med"/>
            <a:tailEnd type="oval" w="med" len="med"/>
          </a:ln>
        </p:spPr>
      </p:cxnSp>
      <p:grpSp>
        <p:nvGrpSpPr>
          <p:cNvPr id="15" name="Google Shape;395;p35">
            <a:extLst>
              <a:ext uri="{FF2B5EF4-FFF2-40B4-BE49-F238E27FC236}">
                <a16:creationId xmlns:a16="http://schemas.microsoft.com/office/drawing/2014/main" id="{7F4ABC12-E272-E646-AD0B-74F0C42900EC}"/>
              </a:ext>
            </a:extLst>
          </p:cNvPr>
          <p:cNvGrpSpPr/>
          <p:nvPr/>
        </p:nvGrpSpPr>
        <p:grpSpPr>
          <a:xfrm>
            <a:off x="4124078" y="3465234"/>
            <a:ext cx="560640" cy="561600"/>
            <a:chOff x="4642560" y="3120480"/>
            <a:chExt cx="420480" cy="421200"/>
          </a:xfrm>
        </p:grpSpPr>
        <p:sp>
          <p:nvSpPr>
            <p:cNvPr id="6" name="Google Shape;396;p35">
              <a:extLst>
                <a:ext uri="{FF2B5EF4-FFF2-40B4-BE49-F238E27FC236}">
                  <a16:creationId xmlns:a16="http://schemas.microsoft.com/office/drawing/2014/main" id="{4392D93C-9A49-099F-CE0D-E14150C9ED63}"/>
                </a:ext>
              </a:extLst>
            </p:cNvPr>
            <p:cNvSpPr/>
            <p:nvPr/>
          </p:nvSpPr>
          <p:spPr>
            <a:xfrm>
              <a:off x="4715640" y="3120480"/>
              <a:ext cx="283680" cy="151200"/>
            </a:xfrm>
            <a:custGeom>
              <a:avLst/>
              <a:gdLst/>
              <a:ahLst/>
              <a:cxnLst/>
              <a:rect l="l" t="t" r="r" b="b"/>
              <a:pathLst>
                <a:path w="788" h="420" extrusionOk="0">
                  <a:moveTo>
                    <a:pt x="14" y="420"/>
                  </a:moveTo>
                  <a:cubicBezTo>
                    <a:pt x="15" y="420"/>
                    <a:pt x="15" y="420"/>
                    <a:pt x="17" y="420"/>
                  </a:cubicBezTo>
                  <a:cubicBezTo>
                    <a:pt x="26" y="420"/>
                    <a:pt x="31" y="414"/>
                    <a:pt x="34" y="405"/>
                  </a:cubicBezTo>
                  <a:cubicBezTo>
                    <a:pt x="74" y="191"/>
                    <a:pt x="262" y="35"/>
                    <a:pt x="480" y="35"/>
                  </a:cubicBezTo>
                  <a:cubicBezTo>
                    <a:pt x="582" y="35"/>
                    <a:pt x="680" y="69"/>
                    <a:pt x="760" y="131"/>
                  </a:cubicBezTo>
                  <a:cubicBezTo>
                    <a:pt x="767" y="137"/>
                    <a:pt x="777" y="136"/>
                    <a:pt x="785" y="128"/>
                  </a:cubicBezTo>
                  <a:cubicBezTo>
                    <a:pt x="790" y="121"/>
                    <a:pt x="789" y="111"/>
                    <a:pt x="782" y="104"/>
                  </a:cubicBezTo>
                  <a:cubicBezTo>
                    <a:pt x="696" y="35"/>
                    <a:pt x="591" y="0"/>
                    <a:pt x="480" y="0"/>
                  </a:cubicBezTo>
                  <a:cubicBezTo>
                    <a:pt x="246" y="0"/>
                    <a:pt x="45" y="168"/>
                    <a:pt x="1" y="398"/>
                  </a:cubicBezTo>
                  <a:cubicBezTo>
                    <a:pt x="-2" y="410"/>
                    <a:pt x="4" y="418"/>
                    <a:pt x="14" y="42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60000" rIns="120000" bIns="6000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397;p35">
              <a:extLst>
                <a:ext uri="{FF2B5EF4-FFF2-40B4-BE49-F238E27FC236}">
                  <a16:creationId xmlns:a16="http://schemas.microsoft.com/office/drawing/2014/main" id="{B3547907-D7AF-87F3-01EC-A1071B6137F1}"/>
                </a:ext>
              </a:extLst>
            </p:cNvPr>
            <p:cNvSpPr/>
            <p:nvPr/>
          </p:nvSpPr>
          <p:spPr>
            <a:xfrm>
              <a:off x="4642560" y="3178440"/>
              <a:ext cx="420480" cy="363240"/>
            </a:xfrm>
            <a:custGeom>
              <a:avLst/>
              <a:gdLst/>
              <a:ahLst/>
              <a:cxnLst/>
              <a:rect l="l" t="t" r="r" b="b"/>
              <a:pathLst>
                <a:path w="1168" h="1009" extrusionOk="0">
                  <a:moveTo>
                    <a:pt x="1047" y="5"/>
                  </a:moveTo>
                  <a:cubicBezTo>
                    <a:pt x="1042" y="-2"/>
                    <a:pt x="1030" y="-2"/>
                    <a:pt x="1023" y="4"/>
                  </a:cubicBezTo>
                  <a:cubicBezTo>
                    <a:pt x="1015" y="10"/>
                    <a:pt x="1015" y="21"/>
                    <a:pt x="1021" y="29"/>
                  </a:cubicBezTo>
                  <a:cubicBezTo>
                    <a:pt x="1094" y="112"/>
                    <a:pt x="1135" y="218"/>
                    <a:pt x="1135" y="329"/>
                  </a:cubicBezTo>
                  <a:cubicBezTo>
                    <a:pt x="1135" y="579"/>
                    <a:pt x="931" y="782"/>
                    <a:pt x="682" y="782"/>
                  </a:cubicBezTo>
                  <a:cubicBezTo>
                    <a:pt x="431" y="782"/>
                    <a:pt x="229" y="578"/>
                    <a:pt x="229" y="329"/>
                  </a:cubicBezTo>
                  <a:cubicBezTo>
                    <a:pt x="229" y="320"/>
                    <a:pt x="221" y="311"/>
                    <a:pt x="211" y="311"/>
                  </a:cubicBezTo>
                  <a:cubicBezTo>
                    <a:pt x="202" y="311"/>
                    <a:pt x="194" y="319"/>
                    <a:pt x="194" y="329"/>
                  </a:cubicBezTo>
                  <a:cubicBezTo>
                    <a:pt x="194" y="407"/>
                    <a:pt x="213" y="483"/>
                    <a:pt x="246" y="549"/>
                  </a:cubicBezTo>
                  <a:cubicBezTo>
                    <a:pt x="240" y="556"/>
                    <a:pt x="233" y="564"/>
                    <a:pt x="226" y="571"/>
                  </a:cubicBezTo>
                  <a:cubicBezTo>
                    <a:pt x="213" y="585"/>
                    <a:pt x="199" y="598"/>
                    <a:pt x="191" y="608"/>
                  </a:cubicBezTo>
                  <a:cubicBezTo>
                    <a:pt x="185" y="614"/>
                    <a:pt x="185" y="623"/>
                    <a:pt x="189" y="629"/>
                  </a:cubicBezTo>
                  <a:cubicBezTo>
                    <a:pt x="191" y="630"/>
                    <a:pt x="201" y="646"/>
                    <a:pt x="221" y="671"/>
                  </a:cubicBezTo>
                  <a:cubicBezTo>
                    <a:pt x="165" y="725"/>
                    <a:pt x="55" y="837"/>
                    <a:pt x="4" y="893"/>
                  </a:cubicBezTo>
                  <a:cubicBezTo>
                    <a:pt x="0" y="898"/>
                    <a:pt x="-2" y="906"/>
                    <a:pt x="3" y="913"/>
                  </a:cubicBezTo>
                  <a:cubicBezTo>
                    <a:pt x="4" y="914"/>
                    <a:pt x="26" y="952"/>
                    <a:pt x="95" y="1006"/>
                  </a:cubicBezTo>
                  <a:cubicBezTo>
                    <a:pt x="97" y="1009"/>
                    <a:pt x="102" y="1009"/>
                    <a:pt x="105" y="1009"/>
                  </a:cubicBezTo>
                  <a:cubicBezTo>
                    <a:pt x="109" y="1009"/>
                    <a:pt x="114" y="1008"/>
                    <a:pt x="116" y="1005"/>
                  </a:cubicBezTo>
                  <a:cubicBezTo>
                    <a:pt x="138" y="984"/>
                    <a:pt x="167" y="958"/>
                    <a:pt x="201" y="926"/>
                  </a:cubicBezTo>
                  <a:cubicBezTo>
                    <a:pt x="208" y="919"/>
                    <a:pt x="208" y="909"/>
                    <a:pt x="201" y="901"/>
                  </a:cubicBezTo>
                  <a:cubicBezTo>
                    <a:pt x="194" y="894"/>
                    <a:pt x="183" y="894"/>
                    <a:pt x="176" y="901"/>
                  </a:cubicBezTo>
                  <a:cubicBezTo>
                    <a:pt x="148" y="928"/>
                    <a:pt x="124" y="951"/>
                    <a:pt x="103" y="970"/>
                  </a:cubicBezTo>
                  <a:cubicBezTo>
                    <a:pt x="67" y="941"/>
                    <a:pt x="48" y="917"/>
                    <a:pt x="38" y="906"/>
                  </a:cubicBezTo>
                  <a:cubicBezTo>
                    <a:pt x="90" y="847"/>
                    <a:pt x="189" y="747"/>
                    <a:pt x="242" y="697"/>
                  </a:cubicBezTo>
                  <a:cubicBezTo>
                    <a:pt x="261" y="718"/>
                    <a:pt x="284" y="741"/>
                    <a:pt x="312" y="766"/>
                  </a:cubicBezTo>
                  <a:cubicBezTo>
                    <a:pt x="293" y="786"/>
                    <a:pt x="266" y="812"/>
                    <a:pt x="236" y="843"/>
                  </a:cubicBezTo>
                  <a:cubicBezTo>
                    <a:pt x="229" y="850"/>
                    <a:pt x="229" y="861"/>
                    <a:pt x="236" y="868"/>
                  </a:cubicBezTo>
                  <a:cubicBezTo>
                    <a:pt x="239" y="871"/>
                    <a:pt x="243" y="872"/>
                    <a:pt x="248" y="872"/>
                  </a:cubicBezTo>
                  <a:cubicBezTo>
                    <a:pt x="252" y="872"/>
                    <a:pt x="256" y="871"/>
                    <a:pt x="259" y="868"/>
                  </a:cubicBezTo>
                  <a:cubicBezTo>
                    <a:pt x="291" y="836"/>
                    <a:pt x="317" y="808"/>
                    <a:pt x="336" y="788"/>
                  </a:cubicBezTo>
                  <a:cubicBezTo>
                    <a:pt x="350" y="798"/>
                    <a:pt x="364" y="810"/>
                    <a:pt x="379" y="820"/>
                  </a:cubicBezTo>
                  <a:cubicBezTo>
                    <a:pt x="382" y="821"/>
                    <a:pt x="384" y="823"/>
                    <a:pt x="389" y="823"/>
                  </a:cubicBezTo>
                  <a:cubicBezTo>
                    <a:pt x="393" y="823"/>
                    <a:pt x="398" y="821"/>
                    <a:pt x="401" y="818"/>
                  </a:cubicBezTo>
                  <a:cubicBezTo>
                    <a:pt x="412" y="808"/>
                    <a:pt x="425" y="795"/>
                    <a:pt x="438" y="782"/>
                  </a:cubicBezTo>
                  <a:cubicBezTo>
                    <a:pt x="446" y="775"/>
                    <a:pt x="453" y="767"/>
                    <a:pt x="460" y="761"/>
                  </a:cubicBezTo>
                  <a:cubicBezTo>
                    <a:pt x="526" y="795"/>
                    <a:pt x="602" y="814"/>
                    <a:pt x="680" y="814"/>
                  </a:cubicBezTo>
                  <a:cubicBezTo>
                    <a:pt x="948" y="814"/>
                    <a:pt x="1168" y="595"/>
                    <a:pt x="1168" y="326"/>
                  </a:cubicBezTo>
                  <a:cubicBezTo>
                    <a:pt x="1170" y="209"/>
                    <a:pt x="1126" y="94"/>
                    <a:pt x="1047" y="5"/>
                  </a:cubicBezTo>
                  <a:moveTo>
                    <a:pt x="417" y="759"/>
                  </a:moveTo>
                  <a:cubicBezTo>
                    <a:pt x="408" y="767"/>
                    <a:pt x="398" y="776"/>
                    <a:pt x="389" y="785"/>
                  </a:cubicBezTo>
                  <a:cubicBezTo>
                    <a:pt x="300" y="718"/>
                    <a:pt x="245" y="648"/>
                    <a:pt x="224" y="622"/>
                  </a:cubicBezTo>
                  <a:cubicBezTo>
                    <a:pt x="233" y="613"/>
                    <a:pt x="242" y="603"/>
                    <a:pt x="250" y="594"/>
                  </a:cubicBezTo>
                  <a:cubicBezTo>
                    <a:pt x="255" y="590"/>
                    <a:pt x="259" y="584"/>
                    <a:pt x="264" y="579"/>
                  </a:cubicBezTo>
                  <a:cubicBezTo>
                    <a:pt x="304" y="648"/>
                    <a:pt x="361" y="705"/>
                    <a:pt x="430" y="745"/>
                  </a:cubicBezTo>
                  <a:cubicBezTo>
                    <a:pt x="425" y="750"/>
                    <a:pt x="421" y="754"/>
                    <a:pt x="417" y="7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60000" rIns="120000" bIns="6000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398;p35">
              <a:extLst>
                <a:ext uri="{FF2B5EF4-FFF2-40B4-BE49-F238E27FC236}">
                  <a16:creationId xmlns:a16="http://schemas.microsoft.com/office/drawing/2014/main" id="{65C99ACF-03CD-A36A-EBB7-88BC9560C920}"/>
                </a:ext>
              </a:extLst>
            </p:cNvPr>
            <p:cNvSpPr/>
            <p:nvPr/>
          </p:nvSpPr>
          <p:spPr>
            <a:xfrm>
              <a:off x="4750200" y="3159000"/>
              <a:ext cx="275760" cy="275760"/>
            </a:xfrm>
            <a:custGeom>
              <a:avLst/>
              <a:gdLst/>
              <a:ahLst/>
              <a:cxnLst/>
              <a:rect l="l" t="t" r="r" b="b"/>
              <a:pathLst>
                <a:path w="766" h="766" extrusionOk="0">
                  <a:moveTo>
                    <a:pt x="479" y="753"/>
                  </a:moveTo>
                  <a:cubicBezTo>
                    <a:pt x="648" y="709"/>
                    <a:pt x="766" y="556"/>
                    <a:pt x="766" y="383"/>
                  </a:cubicBezTo>
                  <a:cubicBezTo>
                    <a:pt x="766" y="172"/>
                    <a:pt x="594" y="0"/>
                    <a:pt x="383" y="0"/>
                  </a:cubicBezTo>
                  <a:cubicBezTo>
                    <a:pt x="171" y="0"/>
                    <a:pt x="0" y="172"/>
                    <a:pt x="0" y="383"/>
                  </a:cubicBezTo>
                  <a:cubicBezTo>
                    <a:pt x="0" y="594"/>
                    <a:pt x="171" y="766"/>
                    <a:pt x="383" y="766"/>
                  </a:cubicBezTo>
                  <a:cubicBezTo>
                    <a:pt x="391" y="766"/>
                    <a:pt x="400" y="759"/>
                    <a:pt x="400" y="748"/>
                  </a:cubicBezTo>
                  <a:cubicBezTo>
                    <a:pt x="400" y="738"/>
                    <a:pt x="393" y="731"/>
                    <a:pt x="383" y="731"/>
                  </a:cubicBezTo>
                  <a:cubicBezTo>
                    <a:pt x="190" y="731"/>
                    <a:pt x="35" y="576"/>
                    <a:pt x="35" y="383"/>
                  </a:cubicBezTo>
                  <a:cubicBezTo>
                    <a:pt x="35" y="191"/>
                    <a:pt x="190" y="35"/>
                    <a:pt x="383" y="35"/>
                  </a:cubicBezTo>
                  <a:cubicBezTo>
                    <a:pt x="575" y="35"/>
                    <a:pt x="731" y="190"/>
                    <a:pt x="731" y="383"/>
                  </a:cubicBezTo>
                  <a:cubicBezTo>
                    <a:pt x="731" y="542"/>
                    <a:pt x="623" y="680"/>
                    <a:pt x="470" y="721"/>
                  </a:cubicBezTo>
                  <a:cubicBezTo>
                    <a:pt x="461" y="724"/>
                    <a:pt x="456" y="732"/>
                    <a:pt x="458" y="741"/>
                  </a:cubicBezTo>
                  <a:cubicBezTo>
                    <a:pt x="460" y="750"/>
                    <a:pt x="470" y="756"/>
                    <a:pt x="479" y="7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60000" rIns="120000" bIns="6000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399;p35">
              <a:extLst>
                <a:ext uri="{FF2B5EF4-FFF2-40B4-BE49-F238E27FC236}">
                  <a16:creationId xmlns:a16="http://schemas.microsoft.com/office/drawing/2014/main" id="{6EF93D88-9408-3C8B-9A4A-1C833A26A4F3}"/>
                </a:ext>
              </a:extLst>
            </p:cNvPr>
            <p:cNvSpPr/>
            <p:nvPr/>
          </p:nvSpPr>
          <p:spPr>
            <a:xfrm>
              <a:off x="4812120" y="3242160"/>
              <a:ext cx="76680" cy="109440"/>
            </a:xfrm>
            <a:custGeom>
              <a:avLst/>
              <a:gdLst/>
              <a:ahLst/>
              <a:cxnLst/>
              <a:rect l="l" t="t" r="r" b="b"/>
              <a:pathLst>
                <a:path w="213" h="304" extrusionOk="0">
                  <a:moveTo>
                    <a:pt x="212" y="287"/>
                  </a:moveTo>
                  <a:cubicBezTo>
                    <a:pt x="212" y="280"/>
                    <a:pt x="225" y="91"/>
                    <a:pt x="163" y="25"/>
                  </a:cubicBezTo>
                  <a:cubicBezTo>
                    <a:pt x="147" y="9"/>
                    <a:pt x="128" y="0"/>
                    <a:pt x="107" y="0"/>
                  </a:cubicBezTo>
                  <a:cubicBezTo>
                    <a:pt x="85" y="0"/>
                    <a:pt x="66" y="9"/>
                    <a:pt x="52" y="25"/>
                  </a:cubicBezTo>
                  <a:cubicBezTo>
                    <a:pt x="-11" y="92"/>
                    <a:pt x="2" y="280"/>
                    <a:pt x="2" y="287"/>
                  </a:cubicBezTo>
                  <a:cubicBezTo>
                    <a:pt x="2" y="296"/>
                    <a:pt x="11" y="303"/>
                    <a:pt x="20" y="303"/>
                  </a:cubicBezTo>
                  <a:lnTo>
                    <a:pt x="21" y="303"/>
                  </a:lnTo>
                  <a:cubicBezTo>
                    <a:pt x="30" y="303"/>
                    <a:pt x="37" y="295"/>
                    <a:pt x="37" y="284"/>
                  </a:cubicBezTo>
                  <a:cubicBezTo>
                    <a:pt x="36" y="265"/>
                    <a:pt x="34" y="232"/>
                    <a:pt x="37" y="197"/>
                  </a:cubicBezTo>
                  <a:cubicBezTo>
                    <a:pt x="64" y="195"/>
                    <a:pt x="120" y="195"/>
                    <a:pt x="179" y="197"/>
                  </a:cubicBezTo>
                  <a:cubicBezTo>
                    <a:pt x="180" y="232"/>
                    <a:pt x="180" y="265"/>
                    <a:pt x="179" y="284"/>
                  </a:cubicBezTo>
                  <a:cubicBezTo>
                    <a:pt x="179" y="293"/>
                    <a:pt x="184" y="302"/>
                    <a:pt x="195" y="303"/>
                  </a:cubicBezTo>
                  <a:cubicBezTo>
                    <a:pt x="203" y="305"/>
                    <a:pt x="211" y="297"/>
                    <a:pt x="212" y="287"/>
                  </a:cubicBezTo>
                  <a:moveTo>
                    <a:pt x="39" y="163"/>
                  </a:moveTo>
                  <a:cubicBezTo>
                    <a:pt x="43" y="117"/>
                    <a:pt x="55" y="72"/>
                    <a:pt x="77" y="48"/>
                  </a:cubicBezTo>
                  <a:cubicBezTo>
                    <a:pt x="85" y="38"/>
                    <a:pt x="95" y="34"/>
                    <a:pt x="107" y="34"/>
                  </a:cubicBezTo>
                  <a:cubicBezTo>
                    <a:pt x="118" y="34"/>
                    <a:pt x="129" y="38"/>
                    <a:pt x="138" y="48"/>
                  </a:cubicBezTo>
                  <a:cubicBezTo>
                    <a:pt x="160" y="72"/>
                    <a:pt x="170" y="117"/>
                    <a:pt x="176" y="163"/>
                  </a:cubicBezTo>
                  <a:cubicBezTo>
                    <a:pt x="120" y="162"/>
                    <a:pt x="66" y="163"/>
                    <a:pt x="39" y="16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60000" rIns="120000" bIns="6000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400;p35">
              <a:extLst>
                <a:ext uri="{FF2B5EF4-FFF2-40B4-BE49-F238E27FC236}">
                  <a16:creationId xmlns:a16="http://schemas.microsoft.com/office/drawing/2014/main" id="{D452B4C6-C012-CFBA-A1BF-6723B50DD85C}"/>
                </a:ext>
              </a:extLst>
            </p:cNvPr>
            <p:cNvSpPr/>
            <p:nvPr/>
          </p:nvSpPr>
          <p:spPr>
            <a:xfrm>
              <a:off x="4902480" y="3243240"/>
              <a:ext cx="61560" cy="106920"/>
            </a:xfrm>
            <a:custGeom>
              <a:avLst/>
              <a:gdLst/>
              <a:ahLst/>
              <a:cxnLst/>
              <a:rect l="l" t="t" r="r" b="b"/>
              <a:pathLst>
                <a:path w="171" h="297" extrusionOk="0">
                  <a:moveTo>
                    <a:pt x="153" y="296"/>
                  </a:moveTo>
                  <a:cubicBezTo>
                    <a:pt x="162" y="296"/>
                    <a:pt x="169" y="287"/>
                    <a:pt x="169" y="278"/>
                  </a:cubicBezTo>
                  <a:cubicBezTo>
                    <a:pt x="169" y="270"/>
                    <a:pt x="161" y="262"/>
                    <a:pt x="152" y="262"/>
                  </a:cubicBezTo>
                  <a:cubicBezTo>
                    <a:pt x="135" y="264"/>
                    <a:pt x="119" y="264"/>
                    <a:pt x="101" y="264"/>
                  </a:cubicBezTo>
                  <a:lnTo>
                    <a:pt x="101" y="34"/>
                  </a:lnTo>
                  <a:cubicBezTo>
                    <a:pt x="117" y="34"/>
                    <a:pt x="135" y="34"/>
                    <a:pt x="152" y="35"/>
                  </a:cubicBezTo>
                  <a:lnTo>
                    <a:pt x="153" y="35"/>
                  </a:lnTo>
                  <a:cubicBezTo>
                    <a:pt x="162" y="35"/>
                    <a:pt x="169" y="28"/>
                    <a:pt x="171" y="19"/>
                  </a:cubicBezTo>
                  <a:cubicBezTo>
                    <a:pt x="171" y="10"/>
                    <a:pt x="164" y="2"/>
                    <a:pt x="155" y="2"/>
                  </a:cubicBezTo>
                  <a:cubicBezTo>
                    <a:pt x="86" y="-3"/>
                    <a:pt x="19" y="2"/>
                    <a:pt x="17" y="2"/>
                  </a:cubicBezTo>
                  <a:cubicBezTo>
                    <a:pt x="8" y="2"/>
                    <a:pt x="0" y="10"/>
                    <a:pt x="0" y="19"/>
                  </a:cubicBezTo>
                  <a:cubicBezTo>
                    <a:pt x="0" y="28"/>
                    <a:pt x="9" y="35"/>
                    <a:pt x="18" y="35"/>
                  </a:cubicBezTo>
                  <a:cubicBezTo>
                    <a:pt x="18" y="35"/>
                    <a:pt x="38" y="34"/>
                    <a:pt x="69" y="34"/>
                  </a:cubicBezTo>
                  <a:lnTo>
                    <a:pt x="69" y="264"/>
                  </a:lnTo>
                  <a:cubicBezTo>
                    <a:pt x="40" y="264"/>
                    <a:pt x="19" y="262"/>
                    <a:pt x="18" y="262"/>
                  </a:cubicBezTo>
                  <a:cubicBezTo>
                    <a:pt x="8" y="262"/>
                    <a:pt x="0" y="270"/>
                    <a:pt x="0" y="278"/>
                  </a:cubicBezTo>
                  <a:cubicBezTo>
                    <a:pt x="0" y="287"/>
                    <a:pt x="8" y="296"/>
                    <a:pt x="17" y="296"/>
                  </a:cubicBezTo>
                  <a:cubicBezTo>
                    <a:pt x="18" y="296"/>
                    <a:pt x="49" y="297"/>
                    <a:pt x="89" y="297"/>
                  </a:cubicBezTo>
                  <a:cubicBezTo>
                    <a:pt x="107" y="297"/>
                    <a:pt x="130" y="297"/>
                    <a:pt x="153" y="29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60000" rIns="120000" bIns="6000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401;p35">
              <a:extLst>
                <a:ext uri="{FF2B5EF4-FFF2-40B4-BE49-F238E27FC236}">
                  <a16:creationId xmlns:a16="http://schemas.microsoft.com/office/drawing/2014/main" id="{77E390AB-C8EE-C182-CF0C-CE3D98B50E45}"/>
                </a:ext>
              </a:extLst>
            </p:cNvPr>
            <p:cNvSpPr/>
            <p:nvPr/>
          </p:nvSpPr>
          <p:spPr>
            <a:xfrm>
              <a:off x="4867560" y="337392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35" h="35" extrusionOk="0">
                  <a:moveTo>
                    <a:pt x="0" y="17"/>
                  </a:moveTo>
                  <a:cubicBezTo>
                    <a:pt x="0" y="26"/>
                    <a:pt x="7" y="35"/>
                    <a:pt x="17" y="35"/>
                  </a:cubicBezTo>
                  <a:cubicBezTo>
                    <a:pt x="26" y="35"/>
                    <a:pt x="35" y="28"/>
                    <a:pt x="35" y="17"/>
                  </a:cubicBezTo>
                  <a:cubicBezTo>
                    <a:pt x="35" y="7"/>
                    <a:pt x="27" y="0"/>
                    <a:pt x="17" y="0"/>
                  </a:cubicBezTo>
                  <a:cubicBezTo>
                    <a:pt x="6" y="0"/>
                    <a:pt x="0" y="9"/>
                    <a:pt x="0" y="1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0" rIns="120000" bIns="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402;p35">
              <a:extLst>
                <a:ext uri="{FF2B5EF4-FFF2-40B4-BE49-F238E27FC236}">
                  <a16:creationId xmlns:a16="http://schemas.microsoft.com/office/drawing/2014/main" id="{B4DB3F68-02A7-0C65-3D72-1A2266153A61}"/>
                </a:ext>
              </a:extLst>
            </p:cNvPr>
            <p:cNvSpPr/>
            <p:nvPr/>
          </p:nvSpPr>
          <p:spPr>
            <a:xfrm>
              <a:off x="4896000" y="337392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35" h="35" extrusionOk="0">
                  <a:moveTo>
                    <a:pt x="17" y="35"/>
                  </a:moveTo>
                  <a:cubicBezTo>
                    <a:pt x="26" y="35"/>
                    <a:pt x="35" y="28"/>
                    <a:pt x="35" y="17"/>
                  </a:cubicBezTo>
                  <a:cubicBezTo>
                    <a:pt x="35" y="7"/>
                    <a:pt x="27" y="0"/>
                    <a:pt x="17" y="0"/>
                  </a:cubicBezTo>
                  <a:cubicBezTo>
                    <a:pt x="7" y="0"/>
                    <a:pt x="0" y="7"/>
                    <a:pt x="0" y="17"/>
                  </a:cubicBezTo>
                  <a:cubicBezTo>
                    <a:pt x="0" y="28"/>
                    <a:pt x="8" y="35"/>
                    <a:pt x="17" y="3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0" rIns="120000" bIns="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403;p35">
              <a:extLst>
                <a:ext uri="{FF2B5EF4-FFF2-40B4-BE49-F238E27FC236}">
                  <a16:creationId xmlns:a16="http://schemas.microsoft.com/office/drawing/2014/main" id="{28A09C65-45C3-A18E-5E93-2C2158775B41}"/>
                </a:ext>
              </a:extLst>
            </p:cNvPr>
            <p:cNvSpPr/>
            <p:nvPr/>
          </p:nvSpPr>
          <p:spPr>
            <a:xfrm>
              <a:off x="4866840" y="321084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35" h="35" extrusionOk="0">
                  <a:moveTo>
                    <a:pt x="35" y="17"/>
                  </a:moveTo>
                  <a:cubicBezTo>
                    <a:pt x="35" y="9"/>
                    <a:pt x="28" y="0"/>
                    <a:pt x="18" y="0"/>
                  </a:cubicBezTo>
                  <a:cubicBezTo>
                    <a:pt x="9" y="0"/>
                    <a:pt x="0" y="7"/>
                    <a:pt x="0" y="17"/>
                  </a:cubicBezTo>
                  <a:cubicBezTo>
                    <a:pt x="0" y="26"/>
                    <a:pt x="8" y="35"/>
                    <a:pt x="18" y="35"/>
                  </a:cubicBezTo>
                  <a:cubicBezTo>
                    <a:pt x="28" y="35"/>
                    <a:pt x="35" y="28"/>
                    <a:pt x="35" y="1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0" rIns="120000" bIns="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404;p35">
              <a:extLst>
                <a:ext uri="{FF2B5EF4-FFF2-40B4-BE49-F238E27FC236}">
                  <a16:creationId xmlns:a16="http://schemas.microsoft.com/office/drawing/2014/main" id="{E55D9E59-6291-B922-1BF4-E00A17BB002B}"/>
                </a:ext>
              </a:extLst>
            </p:cNvPr>
            <p:cNvSpPr/>
            <p:nvPr/>
          </p:nvSpPr>
          <p:spPr>
            <a:xfrm>
              <a:off x="4896000" y="321084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35" h="35" extrusionOk="0">
                  <a:moveTo>
                    <a:pt x="17" y="35"/>
                  </a:moveTo>
                  <a:cubicBezTo>
                    <a:pt x="26" y="35"/>
                    <a:pt x="35" y="28"/>
                    <a:pt x="35" y="17"/>
                  </a:cubicBezTo>
                  <a:cubicBezTo>
                    <a:pt x="35" y="9"/>
                    <a:pt x="27" y="0"/>
                    <a:pt x="17" y="0"/>
                  </a:cubicBezTo>
                  <a:cubicBezTo>
                    <a:pt x="7" y="0"/>
                    <a:pt x="0" y="7"/>
                    <a:pt x="0" y="17"/>
                  </a:cubicBezTo>
                  <a:cubicBezTo>
                    <a:pt x="1" y="28"/>
                    <a:pt x="8" y="35"/>
                    <a:pt x="17" y="3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0" rIns="120000" bIns="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" name="Google Shape;625;p42">
            <a:extLst>
              <a:ext uri="{FF2B5EF4-FFF2-40B4-BE49-F238E27FC236}">
                <a16:creationId xmlns:a16="http://schemas.microsoft.com/office/drawing/2014/main" id="{7BFF1626-24DF-B817-D986-7E3788CE595D}"/>
              </a:ext>
            </a:extLst>
          </p:cNvPr>
          <p:cNvSpPr txBox="1"/>
          <p:nvPr/>
        </p:nvSpPr>
        <p:spPr>
          <a:xfrm>
            <a:off x="998225" y="1864738"/>
            <a:ext cx="2850054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en" sz="2400" b="1">
                <a:solidFill>
                  <a:schemeClr val="dk2"/>
                </a:solidFill>
                <a:latin typeface="Syne"/>
                <a:ea typeface="Syne"/>
                <a:cs typeface="Syne"/>
              </a:rPr>
              <a:t>AUDIO CAPTURE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C21E4E-76EE-BE5E-A8CB-A4D9086E42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755" t="6732" r="20360" b="13270"/>
          <a:stretch>
            <a:fillRect/>
          </a:stretch>
        </p:blipFill>
        <p:spPr>
          <a:xfrm>
            <a:off x="5051057" y="1792228"/>
            <a:ext cx="2147367" cy="425575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7" name="Google Shape;625;p42">
            <a:extLst>
              <a:ext uri="{FF2B5EF4-FFF2-40B4-BE49-F238E27FC236}">
                <a16:creationId xmlns:a16="http://schemas.microsoft.com/office/drawing/2014/main" id="{86585328-852C-4D3A-397A-3B6F13983927}"/>
              </a:ext>
            </a:extLst>
          </p:cNvPr>
          <p:cNvSpPr txBox="1"/>
          <p:nvPr/>
        </p:nvSpPr>
        <p:spPr>
          <a:xfrm>
            <a:off x="951000" y="5107653"/>
            <a:ext cx="289727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en" sz="2400" b="1">
                <a:solidFill>
                  <a:schemeClr val="dk2"/>
                </a:solidFill>
                <a:latin typeface="Syne"/>
                <a:ea typeface="Syne"/>
                <a:cs typeface="Syne"/>
              </a:rPr>
              <a:t>DATABASE AGGREGATION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9">
          <a:extLst>
            <a:ext uri="{FF2B5EF4-FFF2-40B4-BE49-F238E27FC236}">
              <a16:creationId xmlns:a16="http://schemas.microsoft.com/office/drawing/2014/main" id="{6C44EA3E-09C8-D5F2-E99D-D23EC96ED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42">
            <a:extLst>
              <a:ext uri="{FF2B5EF4-FFF2-40B4-BE49-F238E27FC236}">
                <a16:creationId xmlns:a16="http://schemas.microsoft.com/office/drawing/2014/main" id="{3C866BEA-F152-E25E-8D7C-0BE389AC47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1000" y="358420"/>
            <a:ext cx="10290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CA" sz="4000" b="1">
                <a:solidFill>
                  <a:schemeClr val="tx1"/>
                </a:solidFill>
                <a:latin typeface="Artifakt Element Black"/>
                <a:ea typeface="Artifakt Element Black" panose="020B0A03050000020004" pitchFamily="34" charset="0"/>
              </a:rPr>
              <a:t>SOFTWARE PROTOTYPE</a:t>
            </a:r>
            <a:endParaRPr lang="en-CA" sz="4000" b="1">
              <a:solidFill>
                <a:schemeClr val="tx1"/>
              </a:solidFill>
              <a:latin typeface="Artifakt Element Black" panose="020B0A03050000020004" pitchFamily="34" charset="0"/>
              <a:ea typeface="Artifakt Element Black" panose="020B0A03050000020004" pitchFamily="34" charset="0"/>
            </a:endParaRPr>
          </a:p>
        </p:txBody>
      </p:sp>
      <p:cxnSp>
        <p:nvCxnSpPr>
          <p:cNvPr id="4" name="Google Shape;270;p29">
            <a:extLst>
              <a:ext uri="{FF2B5EF4-FFF2-40B4-BE49-F238E27FC236}">
                <a16:creationId xmlns:a16="http://schemas.microsoft.com/office/drawing/2014/main" id="{B3307773-C388-6CFF-E664-A0E9422553E2}"/>
              </a:ext>
            </a:extLst>
          </p:cNvPr>
          <p:cNvCxnSpPr>
            <a:cxnSpLocks/>
          </p:cNvCxnSpPr>
          <p:nvPr/>
        </p:nvCxnSpPr>
        <p:spPr>
          <a:xfrm>
            <a:off x="1263541" y="1257101"/>
            <a:ext cx="9722400" cy="0"/>
          </a:xfrm>
          <a:prstGeom prst="straightConnector1">
            <a:avLst/>
          </a:prstGeom>
          <a:noFill/>
          <a:ln w="12700" cap="flat" cmpd="sng">
            <a:solidFill>
              <a:schemeClr val="tx1"/>
            </a:solidFill>
            <a:prstDash val="solid"/>
            <a:round/>
            <a:headEnd type="oval" w="med" len="med"/>
            <a:tailEnd type="oval" w="med" len="med"/>
          </a:ln>
        </p:spPr>
      </p:cxnSp>
      <p:pic>
        <p:nvPicPr>
          <p:cNvPr id="2" name="Picture 1" descr="A screenshot of a phone&#10;&#10;AI-generated content may be incorrect.">
            <a:extLst>
              <a:ext uri="{FF2B5EF4-FFF2-40B4-BE49-F238E27FC236}">
                <a16:creationId xmlns:a16="http://schemas.microsoft.com/office/drawing/2014/main" id="{6B61D746-88C0-3EBE-052C-D27FF82501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6116" y="1830180"/>
            <a:ext cx="2884006" cy="3987210"/>
          </a:xfrm>
          <a:prstGeom prst="rect">
            <a:avLst/>
          </a:prstGeom>
        </p:spPr>
      </p:pic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7BE84F3-755E-4FB8-9454-45941CBBDC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5896" y="1665766"/>
            <a:ext cx="5825880" cy="431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653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37"/>
          <p:cNvSpPr txBox="1">
            <a:spLocks noGrp="1"/>
          </p:cNvSpPr>
          <p:nvPr>
            <p:ph type="title"/>
          </p:nvPr>
        </p:nvSpPr>
        <p:spPr>
          <a:xfrm>
            <a:off x="894576" y="493853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4000" b="1">
                <a:solidFill>
                  <a:schemeClr val="tx1"/>
                </a:solidFill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BUSINESS MODEL</a:t>
            </a:r>
          </a:p>
        </p:txBody>
      </p:sp>
      <p:sp>
        <p:nvSpPr>
          <p:cNvPr id="491" name="Google Shape;491;p37"/>
          <p:cNvSpPr txBox="1">
            <a:spLocks noGrp="1"/>
          </p:cNvSpPr>
          <p:nvPr>
            <p:ph type="subTitle" idx="1"/>
          </p:nvPr>
        </p:nvSpPr>
        <p:spPr>
          <a:xfrm>
            <a:off x="237744" y="2088610"/>
            <a:ext cx="4746132" cy="895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tx1"/>
                </a:solidFill>
              </a:rPr>
              <a:t>Private Server (Set-Up Cost) - $10,000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tx1"/>
                </a:solidFill>
              </a:rPr>
              <a:t>Annual Maintenance Fee - $2500/year 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tx1"/>
                </a:solidFill>
              </a:rPr>
              <a:t>Annual E</a:t>
            </a:r>
            <a:r>
              <a:rPr lang="en-CA" sz="1800">
                <a:solidFill>
                  <a:schemeClr val="tx1"/>
                </a:solidFill>
              </a:rPr>
              <a:t>m</a:t>
            </a:r>
            <a:r>
              <a:rPr lang="en" sz="1800">
                <a:solidFill>
                  <a:schemeClr val="tx1"/>
                </a:solidFill>
              </a:rPr>
              <a:t>ployee Fee - $100/year </a:t>
            </a:r>
            <a:endParaRPr sz="1800">
              <a:solidFill>
                <a:schemeClr val="tx1"/>
              </a:solidFill>
            </a:endParaRPr>
          </a:p>
        </p:txBody>
      </p:sp>
      <p:sp>
        <p:nvSpPr>
          <p:cNvPr id="492" name="Google Shape;492;p37"/>
          <p:cNvSpPr txBox="1">
            <a:spLocks noGrp="1"/>
          </p:cNvSpPr>
          <p:nvPr>
            <p:ph type="subTitle" idx="2"/>
          </p:nvPr>
        </p:nvSpPr>
        <p:spPr>
          <a:xfrm>
            <a:off x="611275" y="3683478"/>
            <a:ext cx="4380015" cy="1139349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/>
            <a:r>
              <a:rPr lang="en-GB" sz="1800">
                <a:solidFill>
                  <a:schemeClr val="tx1"/>
                </a:solidFill>
              </a:rPr>
              <a:t>- Reluctance to adopt new technologies</a:t>
            </a:r>
          </a:p>
          <a:p>
            <a:pPr marL="0" lvl="0" indent="0" algn="r"/>
            <a:r>
              <a:rPr lang="en-GB" sz="1800">
                <a:solidFill>
                  <a:schemeClr val="tx1"/>
                </a:solidFill>
              </a:rPr>
              <a:t>- Privacy concerns</a:t>
            </a:r>
          </a:p>
          <a:p>
            <a:pPr marL="0" indent="0" algn="r"/>
            <a:r>
              <a:rPr lang="en-GB" sz="1800">
                <a:solidFill>
                  <a:schemeClr val="tx1"/>
                </a:solidFill>
              </a:rPr>
              <a:t>- Liability issues</a:t>
            </a:r>
          </a:p>
          <a:p>
            <a:pPr marL="0" lvl="0" indent="0"/>
            <a:endParaRPr lang="en-GB" sz="1800">
              <a:solidFill>
                <a:schemeClr val="tx1"/>
              </a:solidFill>
            </a:endParaRPr>
          </a:p>
          <a:p>
            <a:pPr marL="0" lvl="0" indent="0"/>
            <a:endParaRPr lang="en-GB" sz="1800">
              <a:solidFill>
                <a:schemeClr val="tx1"/>
              </a:solidFill>
            </a:endParaRPr>
          </a:p>
        </p:txBody>
      </p:sp>
      <p:sp>
        <p:nvSpPr>
          <p:cNvPr id="493" name="Google Shape;493;p37"/>
          <p:cNvSpPr txBox="1">
            <a:spLocks noGrp="1"/>
          </p:cNvSpPr>
          <p:nvPr>
            <p:ph type="subTitle" idx="3"/>
          </p:nvPr>
        </p:nvSpPr>
        <p:spPr>
          <a:xfrm>
            <a:off x="7155273" y="2134853"/>
            <a:ext cx="4188000" cy="895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FontTx/>
            </a:pPr>
            <a:r>
              <a:rPr lang="en-GB" sz="1800">
                <a:solidFill>
                  <a:schemeClr val="tx1"/>
                </a:solidFill>
              </a:rPr>
              <a:t>- 6200 utilities sector employees</a:t>
            </a:r>
          </a:p>
          <a:p>
            <a:pPr marL="0" indent="0"/>
            <a:r>
              <a:rPr lang="en-GB" sz="1800">
                <a:solidFill>
                  <a:schemeClr val="tx1"/>
                </a:solidFill>
              </a:rPr>
              <a:t>- </a:t>
            </a:r>
            <a:r>
              <a:rPr lang="en" sz="1800">
                <a:solidFill>
                  <a:schemeClr val="tx1"/>
                </a:solidFill>
              </a:rPr>
              <a:t>950+ are retirement age</a:t>
            </a:r>
          </a:p>
          <a:p>
            <a:pPr marL="0" indent="0"/>
            <a:r>
              <a:rPr lang="en-GB" sz="1800">
                <a:solidFill>
                  <a:schemeClr val="tx1"/>
                </a:solidFill>
              </a:rPr>
              <a:t>- 650+ are under 30 years old</a:t>
            </a:r>
          </a:p>
          <a:p>
            <a:pPr marL="285750" indent="-285750">
              <a:buFontTx/>
              <a:buChar char="-"/>
            </a:pPr>
            <a:endParaRPr lang="en" sz="1800">
              <a:solidFill>
                <a:schemeClr val="tx1"/>
              </a:solidFill>
            </a:endParaRPr>
          </a:p>
          <a:p>
            <a:pPr marL="285750" indent="-285750">
              <a:buFont typeface="Calibri"/>
              <a:buChar char="-"/>
            </a:pPr>
            <a:endParaRPr lang="en-GB" sz="1800">
              <a:solidFill>
                <a:schemeClr val="tx1"/>
              </a:solidFill>
            </a:endParaRPr>
          </a:p>
        </p:txBody>
      </p:sp>
      <p:sp>
        <p:nvSpPr>
          <p:cNvPr id="494" name="Google Shape;494;p37"/>
          <p:cNvSpPr txBox="1">
            <a:spLocks noGrp="1"/>
          </p:cNvSpPr>
          <p:nvPr>
            <p:ph type="subTitle" idx="4"/>
          </p:nvPr>
        </p:nvSpPr>
        <p:spPr>
          <a:xfrm>
            <a:off x="7053032" y="3666683"/>
            <a:ext cx="4587280" cy="1177749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/>
            <a:r>
              <a:rPr lang="en-GB" sz="1800">
                <a:solidFill>
                  <a:schemeClr val="tx1"/>
                </a:solidFill>
              </a:rPr>
              <a:t>- Removes manuals and logbooks</a:t>
            </a:r>
          </a:p>
          <a:p>
            <a:pPr marL="0" lvl="0" indent="0"/>
            <a:r>
              <a:rPr lang="en-GB" sz="1800">
                <a:solidFill>
                  <a:schemeClr val="tx1"/>
                </a:solidFill>
              </a:rPr>
              <a:t>- Hands-free, voice-first approach</a:t>
            </a:r>
          </a:p>
          <a:p>
            <a:pPr marL="0" lvl="0" indent="0"/>
            <a:r>
              <a:rPr lang="en-GB" sz="1800">
                <a:solidFill>
                  <a:schemeClr val="tx1"/>
                </a:solidFill>
              </a:rPr>
              <a:t>- No formal training/faster on-boarding</a:t>
            </a:r>
          </a:p>
        </p:txBody>
      </p:sp>
      <p:sp>
        <p:nvSpPr>
          <p:cNvPr id="495" name="Google Shape;495;p37"/>
          <p:cNvSpPr txBox="1">
            <a:spLocks noGrp="1"/>
          </p:cNvSpPr>
          <p:nvPr>
            <p:ph type="subTitle" idx="7"/>
          </p:nvPr>
        </p:nvSpPr>
        <p:spPr>
          <a:xfrm>
            <a:off x="848727" y="1573051"/>
            <a:ext cx="4188000" cy="6096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bg2"/>
                </a:solidFill>
                <a:latin typeface="Syne"/>
              </a:rPr>
              <a:t>PRICING</a:t>
            </a:r>
          </a:p>
        </p:txBody>
      </p:sp>
      <p:sp>
        <p:nvSpPr>
          <p:cNvPr id="496" name="Google Shape;496;p37"/>
          <p:cNvSpPr txBox="1">
            <a:spLocks noGrp="1"/>
          </p:cNvSpPr>
          <p:nvPr>
            <p:ph type="subTitle" idx="8"/>
          </p:nvPr>
        </p:nvSpPr>
        <p:spPr>
          <a:xfrm>
            <a:off x="830890" y="3174875"/>
            <a:ext cx="4188000" cy="6096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400" b="1">
                <a:solidFill>
                  <a:schemeClr val="bg2"/>
                </a:solidFill>
                <a:latin typeface="Syne"/>
              </a:rPr>
              <a:t>BARRIERS</a:t>
            </a:r>
          </a:p>
        </p:txBody>
      </p:sp>
      <p:sp>
        <p:nvSpPr>
          <p:cNvPr id="497" name="Google Shape;497;p37"/>
          <p:cNvSpPr txBox="1">
            <a:spLocks noGrp="1"/>
          </p:cNvSpPr>
          <p:nvPr>
            <p:ph type="subTitle" idx="9"/>
          </p:nvPr>
        </p:nvSpPr>
        <p:spPr>
          <a:xfrm>
            <a:off x="950967" y="4725313"/>
            <a:ext cx="4188000" cy="6096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bg2"/>
                </a:solidFill>
                <a:latin typeface="Syne"/>
              </a:rPr>
              <a:t>INCENTIVES</a:t>
            </a:r>
            <a:r>
              <a:rPr lang="en">
                <a:solidFill>
                  <a:schemeClr val="bg2"/>
                </a:solidFill>
              </a:rPr>
              <a:t> </a:t>
            </a:r>
            <a:endParaRPr>
              <a:solidFill>
                <a:schemeClr val="bg2"/>
              </a:solidFill>
            </a:endParaRPr>
          </a:p>
        </p:txBody>
      </p:sp>
      <p:sp>
        <p:nvSpPr>
          <p:cNvPr id="498" name="Google Shape;498;p37"/>
          <p:cNvSpPr txBox="1">
            <a:spLocks noGrp="1"/>
          </p:cNvSpPr>
          <p:nvPr>
            <p:ph type="subTitle" idx="5"/>
          </p:nvPr>
        </p:nvSpPr>
        <p:spPr>
          <a:xfrm>
            <a:off x="877316" y="5220778"/>
            <a:ext cx="4188000" cy="113944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/>
            <a:r>
              <a:rPr lang="en-GB" sz="1800">
                <a:solidFill>
                  <a:schemeClr val="tx1"/>
                </a:solidFill>
              </a:rPr>
              <a:t>-Work with companies to track data  </a:t>
            </a:r>
          </a:p>
          <a:p>
            <a:pPr marL="285750" lvl="0" indent="-285750" algn="r">
              <a:buFontTx/>
              <a:buChar char="-"/>
            </a:pPr>
            <a:r>
              <a:rPr lang="en-GB" sz="1800">
                <a:solidFill>
                  <a:schemeClr val="tx1"/>
                </a:solidFill>
              </a:rPr>
              <a:t>- Paid time allocation</a:t>
            </a:r>
          </a:p>
          <a:p>
            <a:pPr marL="285750" lvl="0" indent="-285750" algn="r">
              <a:buFontTx/>
              <a:buChar char="-"/>
            </a:pPr>
            <a:r>
              <a:rPr lang="en-GB" sz="1800">
                <a:solidFill>
                  <a:schemeClr val="tx1"/>
                </a:solidFill>
              </a:rPr>
              <a:t>- Free lunches  </a:t>
            </a:r>
          </a:p>
        </p:txBody>
      </p:sp>
      <p:sp>
        <p:nvSpPr>
          <p:cNvPr id="499" name="Google Shape;499;p37"/>
          <p:cNvSpPr txBox="1">
            <a:spLocks noGrp="1"/>
          </p:cNvSpPr>
          <p:nvPr>
            <p:ph type="subTitle" idx="6"/>
          </p:nvPr>
        </p:nvSpPr>
        <p:spPr>
          <a:xfrm>
            <a:off x="7155037" y="5130587"/>
            <a:ext cx="5036963" cy="895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tx1"/>
                </a:solidFill>
              </a:rPr>
              <a:t>- Run pilot program with SaskPower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en" sz="1800">
                <a:solidFill>
                  <a:schemeClr val="tx1"/>
                </a:solidFill>
              </a:rPr>
              <a:t>- F</a:t>
            </a:r>
            <a:r>
              <a:rPr lang="en-CA" sz="1800">
                <a:solidFill>
                  <a:schemeClr val="tx1"/>
                </a:solidFill>
              </a:rPr>
              <a:t>o</a:t>
            </a:r>
            <a:r>
              <a:rPr lang="en" sz="1800">
                <a:solidFill>
                  <a:schemeClr val="tx1"/>
                </a:solidFill>
              </a:rPr>
              <a:t>cus on 5-10 common tasks for training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en-CA" sz="1800">
                <a:solidFill>
                  <a:schemeClr val="tx1"/>
                </a:solidFill>
              </a:rPr>
              <a:t>- Integrate with other Crown’s (SaskTel, SaskEnergy, SGI, </a:t>
            </a:r>
            <a:r>
              <a:rPr lang="en-CA" sz="1800" err="1">
                <a:solidFill>
                  <a:schemeClr val="tx1"/>
                </a:solidFill>
              </a:rPr>
              <a:t>SaskHealth</a:t>
            </a:r>
            <a:r>
              <a:rPr lang="en-CA" sz="1800">
                <a:solidFill>
                  <a:schemeClr val="tx1"/>
                </a:solidFill>
              </a:rPr>
              <a:t>, etc. )</a:t>
            </a:r>
            <a:endParaRPr sz="1800">
              <a:solidFill>
                <a:schemeClr val="tx1"/>
              </a:solidFill>
            </a:endParaRPr>
          </a:p>
        </p:txBody>
      </p:sp>
      <p:sp>
        <p:nvSpPr>
          <p:cNvPr id="500" name="Google Shape;500;p37"/>
          <p:cNvSpPr txBox="1">
            <a:spLocks noGrp="1"/>
          </p:cNvSpPr>
          <p:nvPr>
            <p:ph type="subTitle" idx="13"/>
          </p:nvPr>
        </p:nvSpPr>
        <p:spPr>
          <a:xfrm>
            <a:off x="7191753" y="1571460"/>
            <a:ext cx="4188000" cy="6096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400" b="1">
                <a:solidFill>
                  <a:schemeClr val="bg2"/>
                </a:solidFill>
                <a:latin typeface="Syne"/>
              </a:rPr>
              <a:t>MARKET</a:t>
            </a:r>
          </a:p>
        </p:txBody>
      </p:sp>
      <p:sp>
        <p:nvSpPr>
          <p:cNvPr id="501" name="Google Shape;501;p37"/>
          <p:cNvSpPr txBox="1">
            <a:spLocks noGrp="1"/>
          </p:cNvSpPr>
          <p:nvPr>
            <p:ph type="subTitle" idx="14"/>
          </p:nvPr>
        </p:nvSpPr>
        <p:spPr>
          <a:xfrm>
            <a:off x="7091445" y="3191316"/>
            <a:ext cx="4188000" cy="6096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400" b="1">
                <a:solidFill>
                  <a:schemeClr val="bg2"/>
                </a:solidFill>
                <a:latin typeface="Syne"/>
              </a:rPr>
              <a:t>DIFFERENTIATOR</a:t>
            </a:r>
          </a:p>
        </p:txBody>
      </p:sp>
      <p:sp>
        <p:nvSpPr>
          <p:cNvPr id="502" name="Google Shape;502;p37"/>
          <p:cNvSpPr txBox="1">
            <a:spLocks noGrp="1"/>
          </p:cNvSpPr>
          <p:nvPr>
            <p:ph type="subTitle" idx="15"/>
          </p:nvPr>
        </p:nvSpPr>
        <p:spPr>
          <a:xfrm>
            <a:off x="7053033" y="4715543"/>
            <a:ext cx="4188000" cy="6096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bg2"/>
                </a:solidFill>
                <a:latin typeface="Syne"/>
              </a:rPr>
              <a:t>NEXT STEPS</a:t>
            </a:r>
            <a:endParaRPr sz="2400" b="1">
              <a:solidFill>
                <a:schemeClr val="bg2"/>
              </a:solidFill>
              <a:latin typeface="Syne"/>
            </a:endParaRPr>
          </a:p>
        </p:txBody>
      </p:sp>
      <p:cxnSp>
        <p:nvCxnSpPr>
          <p:cNvPr id="503" name="Google Shape;503;p37"/>
          <p:cNvCxnSpPr/>
          <p:nvPr/>
        </p:nvCxnSpPr>
        <p:spPr>
          <a:xfrm>
            <a:off x="5138967" y="2202780"/>
            <a:ext cx="734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04" name="Google Shape;504;p37"/>
          <p:cNvCxnSpPr/>
          <p:nvPr/>
        </p:nvCxnSpPr>
        <p:spPr>
          <a:xfrm>
            <a:off x="6318633" y="2202780"/>
            <a:ext cx="734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05" name="Google Shape;505;p37"/>
          <p:cNvCxnSpPr/>
          <p:nvPr/>
        </p:nvCxnSpPr>
        <p:spPr>
          <a:xfrm>
            <a:off x="5138967" y="3791935"/>
            <a:ext cx="734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06" name="Google Shape;506;p37"/>
          <p:cNvCxnSpPr/>
          <p:nvPr/>
        </p:nvCxnSpPr>
        <p:spPr>
          <a:xfrm>
            <a:off x="6318633" y="3791935"/>
            <a:ext cx="734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07" name="Google Shape;507;p37"/>
          <p:cNvCxnSpPr/>
          <p:nvPr/>
        </p:nvCxnSpPr>
        <p:spPr>
          <a:xfrm>
            <a:off x="5138967" y="5338453"/>
            <a:ext cx="734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08" name="Google Shape;508;p37"/>
          <p:cNvCxnSpPr/>
          <p:nvPr/>
        </p:nvCxnSpPr>
        <p:spPr>
          <a:xfrm>
            <a:off x="6318633" y="5338453"/>
            <a:ext cx="734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09" name="Google Shape;509;p37"/>
          <p:cNvGrpSpPr/>
          <p:nvPr/>
        </p:nvGrpSpPr>
        <p:grpSpPr>
          <a:xfrm>
            <a:off x="5225612" y="1572533"/>
            <a:ext cx="561120" cy="563040"/>
            <a:chOff x="5171760" y="3121200"/>
            <a:chExt cx="420840" cy="422280"/>
          </a:xfrm>
        </p:grpSpPr>
        <p:sp>
          <p:nvSpPr>
            <p:cNvPr id="510" name="Google Shape;510;p37"/>
            <p:cNvSpPr/>
            <p:nvPr/>
          </p:nvSpPr>
          <p:spPr>
            <a:xfrm>
              <a:off x="5402520" y="3470400"/>
              <a:ext cx="36000" cy="12960"/>
            </a:xfrm>
            <a:custGeom>
              <a:avLst/>
              <a:gdLst/>
              <a:ahLst/>
              <a:cxnLst/>
              <a:rect l="l" t="t" r="r" b="b"/>
              <a:pathLst>
                <a:path w="100" h="36" extrusionOk="0">
                  <a:moveTo>
                    <a:pt x="85" y="3"/>
                  </a:moveTo>
                  <a:cubicBezTo>
                    <a:pt x="73" y="3"/>
                    <a:pt x="60" y="1"/>
                    <a:pt x="47" y="1"/>
                  </a:cubicBezTo>
                  <a:cubicBezTo>
                    <a:pt x="38" y="1"/>
                    <a:pt x="28" y="1"/>
                    <a:pt x="18" y="0"/>
                  </a:cubicBezTo>
                  <a:cubicBezTo>
                    <a:pt x="9" y="0"/>
                    <a:pt x="0" y="7"/>
                    <a:pt x="0" y="16"/>
                  </a:cubicBezTo>
                  <a:cubicBezTo>
                    <a:pt x="0" y="25"/>
                    <a:pt x="8" y="34"/>
                    <a:pt x="16" y="34"/>
                  </a:cubicBezTo>
                  <a:cubicBezTo>
                    <a:pt x="27" y="34"/>
                    <a:pt x="35" y="34"/>
                    <a:pt x="44" y="35"/>
                  </a:cubicBezTo>
                  <a:cubicBezTo>
                    <a:pt x="56" y="35"/>
                    <a:pt x="69" y="36"/>
                    <a:pt x="82" y="36"/>
                  </a:cubicBezTo>
                  <a:lnTo>
                    <a:pt x="82" y="36"/>
                  </a:lnTo>
                  <a:cubicBezTo>
                    <a:pt x="91" y="36"/>
                    <a:pt x="99" y="29"/>
                    <a:pt x="99" y="20"/>
                  </a:cubicBezTo>
                  <a:cubicBezTo>
                    <a:pt x="102" y="12"/>
                    <a:pt x="95" y="4"/>
                    <a:pt x="85" y="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0" rIns="120000" bIns="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37"/>
            <p:cNvSpPr/>
            <p:nvPr/>
          </p:nvSpPr>
          <p:spPr>
            <a:xfrm>
              <a:off x="5457240" y="3358800"/>
              <a:ext cx="109800" cy="124560"/>
            </a:xfrm>
            <a:custGeom>
              <a:avLst/>
              <a:gdLst/>
              <a:ahLst/>
              <a:cxnLst/>
              <a:rect l="l" t="t" r="r" b="b"/>
              <a:pathLst>
                <a:path w="305" h="346" extrusionOk="0">
                  <a:moveTo>
                    <a:pt x="234" y="6"/>
                  </a:moveTo>
                  <a:cubicBezTo>
                    <a:pt x="232" y="3"/>
                    <a:pt x="227" y="0"/>
                    <a:pt x="221" y="0"/>
                  </a:cubicBezTo>
                  <a:lnTo>
                    <a:pt x="221" y="0"/>
                  </a:lnTo>
                  <a:cubicBezTo>
                    <a:pt x="217" y="0"/>
                    <a:pt x="211" y="1"/>
                    <a:pt x="208" y="6"/>
                  </a:cubicBezTo>
                  <a:cubicBezTo>
                    <a:pt x="207" y="7"/>
                    <a:pt x="166" y="54"/>
                    <a:pt x="137" y="129"/>
                  </a:cubicBezTo>
                  <a:cubicBezTo>
                    <a:pt x="134" y="138"/>
                    <a:pt x="138" y="148"/>
                    <a:pt x="147" y="151"/>
                  </a:cubicBezTo>
                  <a:cubicBezTo>
                    <a:pt x="148" y="153"/>
                    <a:pt x="151" y="153"/>
                    <a:pt x="153" y="153"/>
                  </a:cubicBezTo>
                  <a:cubicBezTo>
                    <a:pt x="160" y="153"/>
                    <a:pt x="166" y="148"/>
                    <a:pt x="169" y="141"/>
                  </a:cubicBezTo>
                  <a:cubicBezTo>
                    <a:pt x="179" y="112"/>
                    <a:pt x="192" y="89"/>
                    <a:pt x="204" y="70"/>
                  </a:cubicBezTo>
                  <a:cubicBezTo>
                    <a:pt x="199" y="258"/>
                    <a:pt x="125" y="304"/>
                    <a:pt x="16" y="311"/>
                  </a:cubicBezTo>
                  <a:cubicBezTo>
                    <a:pt x="7" y="311"/>
                    <a:pt x="0" y="320"/>
                    <a:pt x="0" y="330"/>
                  </a:cubicBezTo>
                  <a:cubicBezTo>
                    <a:pt x="0" y="339"/>
                    <a:pt x="9" y="346"/>
                    <a:pt x="17" y="346"/>
                  </a:cubicBezTo>
                  <a:lnTo>
                    <a:pt x="19" y="346"/>
                  </a:lnTo>
                  <a:cubicBezTo>
                    <a:pt x="67" y="342"/>
                    <a:pt x="135" y="332"/>
                    <a:pt x="182" y="274"/>
                  </a:cubicBezTo>
                  <a:cubicBezTo>
                    <a:pt x="217" y="230"/>
                    <a:pt x="236" y="163"/>
                    <a:pt x="239" y="73"/>
                  </a:cubicBezTo>
                  <a:cubicBezTo>
                    <a:pt x="249" y="91"/>
                    <a:pt x="262" y="115"/>
                    <a:pt x="272" y="142"/>
                  </a:cubicBezTo>
                  <a:cubicBezTo>
                    <a:pt x="275" y="151"/>
                    <a:pt x="285" y="156"/>
                    <a:pt x="294" y="153"/>
                  </a:cubicBezTo>
                  <a:cubicBezTo>
                    <a:pt x="303" y="150"/>
                    <a:pt x="307" y="140"/>
                    <a:pt x="304" y="131"/>
                  </a:cubicBezTo>
                  <a:cubicBezTo>
                    <a:pt x="277" y="54"/>
                    <a:pt x="236" y="7"/>
                    <a:pt x="234" y="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60000" rIns="120000" bIns="6000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37"/>
            <p:cNvSpPr/>
            <p:nvPr/>
          </p:nvSpPr>
          <p:spPr>
            <a:xfrm>
              <a:off x="5197680" y="3179880"/>
              <a:ext cx="163440" cy="124920"/>
            </a:xfrm>
            <a:custGeom>
              <a:avLst/>
              <a:gdLst/>
              <a:ahLst/>
              <a:cxnLst/>
              <a:rect l="l" t="t" r="r" b="b"/>
              <a:pathLst>
                <a:path w="454" h="347" extrusionOk="0">
                  <a:moveTo>
                    <a:pt x="68" y="341"/>
                  </a:moveTo>
                  <a:cubicBezTo>
                    <a:pt x="71" y="344"/>
                    <a:pt x="75" y="347"/>
                    <a:pt x="81" y="347"/>
                  </a:cubicBezTo>
                  <a:lnTo>
                    <a:pt x="81" y="347"/>
                  </a:lnTo>
                  <a:cubicBezTo>
                    <a:pt x="86" y="347"/>
                    <a:pt x="92" y="345"/>
                    <a:pt x="94" y="341"/>
                  </a:cubicBezTo>
                  <a:cubicBezTo>
                    <a:pt x="96" y="339"/>
                    <a:pt x="137" y="294"/>
                    <a:pt x="164" y="217"/>
                  </a:cubicBezTo>
                  <a:cubicBezTo>
                    <a:pt x="167" y="208"/>
                    <a:pt x="163" y="198"/>
                    <a:pt x="154" y="195"/>
                  </a:cubicBezTo>
                  <a:cubicBezTo>
                    <a:pt x="145" y="192"/>
                    <a:pt x="135" y="197"/>
                    <a:pt x="132" y="205"/>
                  </a:cubicBezTo>
                  <a:cubicBezTo>
                    <a:pt x="122" y="234"/>
                    <a:pt x="109" y="258"/>
                    <a:pt x="99" y="277"/>
                  </a:cubicBezTo>
                  <a:cubicBezTo>
                    <a:pt x="102" y="185"/>
                    <a:pt x="121" y="121"/>
                    <a:pt x="159" y="83"/>
                  </a:cubicBezTo>
                  <a:cubicBezTo>
                    <a:pt x="214" y="28"/>
                    <a:pt x="309" y="30"/>
                    <a:pt x="408" y="35"/>
                  </a:cubicBezTo>
                  <a:cubicBezTo>
                    <a:pt x="416" y="35"/>
                    <a:pt x="427" y="35"/>
                    <a:pt x="437" y="36"/>
                  </a:cubicBezTo>
                  <a:cubicBezTo>
                    <a:pt x="447" y="36"/>
                    <a:pt x="454" y="29"/>
                    <a:pt x="454" y="20"/>
                  </a:cubicBezTo>
                  <a:cubicBezTo>
                    <a:pt x="454" y="12"/>
                    <a:pt x="447" y="3"/>
                    <a:pt x="438" y="3"/>
                  </a:cubicBezTo>
                  <a:cubicBezTo>
                    <a:pt x="430" y="3"/>
                    <a:pt x="419" y="3"/>
                    <a:pt x="411" y="1"/>
                  </a:cubicBezTo>
                  <a:cubicBezTo>
                    <a:pt x="303" y="-3"/>
                    <a:pt x="202" y="-6"/>
                    <a:pt x="135" y="60"/>
                  </a:cubicBezTo>
                  <a:cubicBezTo>
                    <a:pt x="92" y="103"/>
                    <a:pt x="68" y="175"/>
                    <a:pt x="65" y="277"/>
                  </a:cubicBezTo>
                  <a:cubicBezTo>
                    <a:pt x="54" y="258"/>
                    <a:pt x="42" y="234"/>
                    <a:pt x="32" y="205"/>
                  </a:cubicBezTo>
                  <a:cubicBezTo>
                    <a:pt x="29" y="197"/>
                    <a:pt x="19" y="192"/>
                    <a:pt x="10" y="195"/>
                  </a:cubicBezTo>
                  <a:cubicBezTo>
                    <a:pt x="1" y="198"/>
                    <a:pt x="-3" y="208"/>
                    <a:pt x="0" y="217"/>
                  </a:cubicBezTo>
                  <a:cubicBezTo>
                    <a:pt x="26" y="294"/>
                    <a:pt x="67" y="339"/>
                    <a:pt x="68" y="34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60000" rIns="120000" bIns="6000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37"/>
            <p:cNvSpPr/>
            <p:nvPr/>
          </p:nvSpPr>
          <p:spPr>
            <a:xfrm>
              <a:off x="5171760" y="3333960"/>
              <a:ext cx="208800" cy="209520"/>
            </a:xfrm>
            <a:custGeom>
              <a:avLst/>
              <a:gdLst/>
              <a:ahLst/>
              <a:cxnLst/>
              <a:rect l="l" t="t" r="r" b="b"/>
              <a:pathLst>
                <a:path w="580" h="582" extrusionOk="0">
                  <a:moveTo>
                    <a:pt x="552" y="24"/>
                  </a:moveTo>
                  <a:cubicBezTo>
                    <a:pt x="552" y="19"/>
                    <a:pt x="551" y="13"/>
                    <a:pt x="548" y="10"/>
                  </a:cubicBezTo>
                  <a:cubicBezTo>
                    <a:pt x="545" y="7"/>
                    <a:pt x="539" y="5"/>
                    <a:pt x="535" y="6"/>
                  </a:cubicBezTo>
                  <a:cubicBezTo>
                    <a:pt x="534" y="6"/>
                    <a:pt x="485" y="9"/>
                    <a:pt x="416" y="29"/>
                  </a:cubicBezTo>
                  <a:cubicBezTo>
                    <a:pt x="376" y="10"/>
                    <a:pt x="333" y="0"/>
                    <a:pt x="289" y="0"/>
                  </a:cubicBezTo>
                  <a:cubicBezTo>
                    <a:pt x="229" y="0"/>
                    <a:pt x="172" y="18"/>
                    <a:pt x="124" y="53"/>
                  </a:cubicBezTo>
                  <a:cubicBezTo>
                    <a:pt x="117" y="58"/>
                    <a:pt x="114" y="69"/>
                    <a:pt x="120" y="76"/>
                  </a:cubicBezTo>
                  <a:cubicBezTo>
                    <a:pt x="126" y="83"/>
                    <a:pt x="136" y="86"/>
                    <a:pt x="143" y="80"/>
                  </a:cubicBezTo>
                  <a:cubicBezTo>
                    <a:pt x="185" y="51"/>
                    <a:pt x="236" y="35"/>
                    <a:pt x="289" y="35"/>
                  </a:cubicBezTo>
                  <a:cubicBezTo>
                    <a:pt x="330" y="35"/>
                    <a:pt x="369" y="45"/>
                    <a:pt x="405" y="63"/>
                  </a:cubicBezTo>
                  <a:cubicBezTo>
                    <a:pt x="410" y="64"/>
                    <a:pt x="414" y="66"/>
                    <a:pt x="418" y="64"/>
                  </a:cubicBezTo>
                  <a:cubicBezTo>
                    <a:pt x="461" y="51"/>
                    <a:pt x="496" y="45"/>
                    <a:pt x="516" y="42"/>
                  </a:cubicBezTo>
                  <a:cubicBezTo>
                    <a:pt x="513" y="61"/>
                    <a:pt x="507" y="93"/>
                    <a:pt x="497" y="133"/>
                  </a:cubicBezTo>
                  <a:cubicBezTo>
                    <a:pt x="496" y="137"/>
                    <a:pt x="497" y="143"/>
                    <a:pt x="500" y="147"/>
                  </a:cubicBezTo>
                  <a:cubicBezTo>
                    <a:pt x="529" y="190"/>
                    <a:pt x="544" y="239"/>
                    <a:pt x="544" y="292"/>
                  </a:cubicBezTo>
                  <a:cubicBezTo>
                    <a:pt x="544" y="433"/>
                    <a:pt x="429" y="547"/>
                    <a:pt x="289" y="547"/>
                  </a:cubicBezTo>
                  <a:cubicBezTo>
                    <a:pt x="147" y="547"/>
                    <a:pt x="34" y="431"/>
                    <a:pt x="34" y="292"/>
                  </a:cubicBezTo>
                  <a:cubicBezTo>
                    <a:pt x="34" y="235"/>
                    <a:pt x="51" y="181"/>
                    <a:pt x="86" y="136"/>
                  </a:cubicBezTo>
                  <a:cubicBezTo>
                    <a:pt x="92" y="128"/>
                    <a:pt x="91" y="117"/>
                    <a:pt x="83" y="112"/>
                  </a:cubicBezTo>
                  <a:cubicBezTo>
                    <a:pt x="76" y="107"/>
                    <a:pt x="64" y="108"/>
                    <a:pt x="60" y="115"/>
                  </a:cubicBezTo>
                  <a:cubicBezTo>
                    <a:pt x="21" y="166"/>
                    <a:pt x="0" y="227"/>
                    <a:pt x="0" y="292"/>
                  </a:cubicBezTo>
                  <a:cubicBezTo>
                    <a:pt x="0" y="452"/>
                    <a:pt x="130" y="582"/>
                    <a:pt x="290" y="582"/>
                  </a:cubicBezTo>
                  <a:cubicBezTo>
                    <a:pt x="451" y="582"/>
                    <a:pt x="580" y="452"/>
                    <a:pt x="580" y="292"/>
                  </a:cubicBezTo>
                  <a:cubicBezTo>
                    <a:pt x="580" y="236"/>
                    <a:pt x="564" y="182"/>
                    <a:pt x="535" y="136"/>
                  </a:cubicBezTo>
                  <a:cubicBezTo>
                    <a:pt x="551" y="69"/>
                    <a:pt x="552" y="25"/>
                    <a:pt x="552" y="2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60000" rIns="120000" bIns="6000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37"/>
            <p:cNvSpPr/>
            <p:nvPr/>
          </p:nvSpPr>
          <p:spPr>
            <a:xfrm>
              <a:off x="5383800" y="3121200"/>
              <a:ext cx="208800" cy="208800"/>
            </a:xfrm>
            <a:custGeom>
              <a:avLst/>
              <a:gdLst/>
              <a:ahLst/>
              <a:cxnLst/>
              <a:rect l="l" t="t" r="r" b="b"/>
              <a:pathLst>
                <a:path w="580" h="580" extrusionOk="0">
                  <a:moveTo>
                    <a:pt x="290" y="580"/>
                  </a:moveTo>
                  <a:cubicBezTo>
                    <a:pt x="450" y="580"/>
                    <a:pt x="580" y="451"/>
                    <a:pt x="580" y="290"/>
                  </a:cubicBezTo>
                  <a:cubicBezTo>
                    <a:pt x="580" y="130"/>
                    <a:pt x="450" y="0"/>
                    <a:pt x="290" y="0"/>
                  </a:cubicBezTo>
                  <a:cubicBezTo>
                    <a:pt x="216" y="0"/>
                    <a:pt x="146" y="27"/>
                    <a:pt x="92" y="78"/>
                  </a:cubicBezTo>
                  <a:cubicBezTo>
                    <a:pt x="84" y="84"/>
                    <a:pt x="84" y="96"/>
                    <a:pt x="90" y="103"/>
                  </a:cubicBezTo>
                  <a:cubicBezTo>
                    <a:pt x="96" y="110"/>
                    <a:pt x="108" y="110"/>
                    <a:pt x="115" y="105"/>
                  </a:cubicBezTo>
                  <a:cubicBezTo>
                    <a:pt x="163" y="59"/>
                    <a:pt x="224" y="35"/>
                    <a:pt x="290" y="35"/>
                  </a:cubicBezTo>
                  <a:cubicBezTo>
                    <a:pt x="431" y="35"/>
                    <a:pt x="545" y="150"/>
                    <a:pt x="545" y="290"/>
                  </a:cubicBezTo>
                  <a:cubicBezTo>
                    <a:pt x="545" y="431"/>
                    <a:pt x="430" y="545"/>
                    <a:pt x="290" y="545"/>
                  </a:cubicBezTo>
                  <a:cubicBezTo>
                    <a:pt x="239" y="545"/>
                    <a:pt x="188" y="529"/>
                    <a:pt x="146" y="501"/>
                  </a:cubicBezTo>
                  <a:cubicBezTo>
                    <a:pt x="141" y="498"/>
                    <a:pt x="135" y="497"/>
                    <a:pt x="131" y="498"/>
                  </a:cubicBezTo>
                  <a:cubicBezTo>
                    <a:pt x="92" y="510"/>
                    <a:pt x="61" y="514"/>
                    <a:pt x="41" y="517"/>
                  </a:cubicBezTo>
                  <a:cubicBezTo>
                    <a:pt x="44" y="497"/>
                    <a:pt x="49" y="462"/>
                    <a:pt x="63" y="419"/>
                  </a:cubicBezTo>
                  <a:cubicBezTo>
                    <a:pt x="64" y="415"/>
                    <a:pt x="64" y="411"/>
                    <a:pt x="61" y="406"/>
                  </a:cubicBezTo>
                  <a:cubicBezTo>
                    <a:pt x="42" y="370"/>
                    <a:pt x="33" y="330"/>
                    <a:pt x="33" y="290"/>
                  </a:cubicBezTo>
                  <a:cubicBezTo>
                    <a:pt x="33" y="246"/>
                    <a:pt x="45" y="202"/>
                    <a:pt x="67" y="164"/>
                  </a:cubicBezTo>
                  <a:cubicBezTo>
                    <a:pt x="71" y="156"/>
                    <a:pt x="68" y="145"/>
                    <a:pt x="61" y="141"/>
                  </a:cubicBezTo>
                  <a:cubicBezTo>
                    <a:pt x="52" y="137"/>
                    <a:pt x="42" y="140"/>
                    <a:pt x="38" y="147"/>
                  </a:cubicBezTo>
                  <a:cubicBezTo>
                    <a:pt x="13" y="191"/>
                    <a:pt x="0" y="240"/>
                    <a:pt x="0" y="290"/>
                  </a:cubicBezTo>
                  <a:cubicBezTo>
                    <a:pt x="0" y="333"/>
                    <a:pt x="10" y="377"/>
                    <a:pt x="29" y="416"/>
                  </a:cubicBezTo>
                  <a:cubicBezTo>
                    <a:pt x="9" y="486"/>
                    <a:pt x="6" y="534"/>
                    <a:pt x="6" y="536"/>
                  </a:cubicBezTo>
                  <a:cubicBezTo>
                    <a:pt x="6" y="540"/>
                    <a:pt x="7" y="546"/>
                    <a:pt x="10" y="549"/>
                  </a:cubicBezTo>
                  <a:cubicBezTo>
                    <a:pt x="13" y="552"/>
                    <a:pt x="19" y="555"/>
                    <a:pt x="23" y="553"/>
                  </a:cubicBezTo>
                  <a:cubicBezTo>
                    <a:pt x="25" y="553"/>
                    <a:pt x="68" y="550"/>
                    <a:pt x="132" y="533"/>
                  </a:cubicBezTo>
                  <a:cubicBezTo>
                    <a:pt x="181" y="564"/>
                    <a:pt x="234" y="580"/>
                    <a:pt x="290" y="58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60000" rIns="120000" bIns="6000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37"/>
            <p:cNvSpPr/>
            <p:nvPr/>
          </p:nvSpPr>
          <p:spPr>
            <a:xfrm>
              <a:off x="5223240" y="3382200"/>
              <a:ext cx="106920" cy="111240"/>
            </a:xfrm>
            <a:custGeom>
              <a:avLst/>
              <a:gdLst/>
              <a:ahLst/>
              <a:cxnLst/>
              <a:rect l="l" t="t" r="r" b="b"/>
              <a:pathLst>
                <a:path w="297" h="309" extrusionOk="0">
                  <a:moveTo>
                    <a:pt x="21" y="175"/>
                  </a:moveTo>
                  <a:cubicBezTo>
                    <a:pt x="22" y="175"/>
                    <a:pt x="25" y="175"/>
                    <a:pt x="26" y="175"/>
                  </a:cubicBezTo>
                  <a:cubicBezTo>
                    <a:pt x="28" y="200"/>
                    <a:pt x="35" y="245"/>
                    <a:pt x="64" y="276"/>
                  </a:cubicBezTo>
                  <a:cubicBezTo>
                    <a:pt x="86" y="299"/>
                    <a:pt x="114" y="309"/>
                    <a:pt x="150" y="309"/>
                  </a:cubicBezTo>
                  <a:cubicBezTo>
                    <a:pt x="185" y="309"/>
                    <a:pt x="214" y="297"/>
                    <a:pt x="235" y="276"/>
                  </a:cubicBezTo>
                  <a:cubicBezTo>
                    <a:pt x="264" y="245"/>
                    <a:pt x="271" y="200"/>
                    <a:pt x="273" y="174"/>
                  </a:cubicBezTo>
                  <a:cubicBezTo>
                    <a:pt x="274" y="174"/>
                    <a:pt x="275" y="174"/>
                    <a:pt x="277" y="174"/>
                  </a:cubicBezTo>
                  <a:cubicBezTo>
                    <a:pt x="281" y="174"/>
                    <a:pt x="286" y="172"/>
                    <a:pt x="290" y="169"/>
                  </a:cubicBezTo>
                  <a:cubicBezTo>
                    <a:pt x="293" y="166"/>
                    <a:pt x="296" y="162"/>
                    <a:pt x="296" y="158"/>
                  </a:cubicBezTo>
                  <a:cubicBezTo>
                    <a:pt x="299" y="118"/>
                    <a:pt x="293" y="64"/>
                    <a:pt x="258" y="31"/>
                  </a:cubicBezTo>
                  <a:cubicBezTo>
                    <a:pt x="236" y="10"/>
                    <a:pt x="210" y="5"/>
                    <a:pt x="192" y="6"/>
                  </a:cubicBezTo>
                  <a:cubicBezTo>
                    <a:pt x="159" y="-4"/>
                    <a:pt x="106" y="-6"/>
                    <a:pt x="64" y="22"/>
                  </a:cubicBezTo>
                  <a:cubicBezTo>
                    <a:pt x="26" y="48"/>
                    <a:pt x="4" y="92"/>
                    <a:pt x="0" y="155"/>
                  </a:cubicBezTo>
                  <a:cubicBezTo>
                    <a:pt x="0" y="159"/>
                    <a:pt x="2" y="163"/>
                    <a:pt x="4" y="168"/>
                  </a:cubicBezTo>
                  <a:cubicBezTo>
                    <a:pt x="7" y="171"/>
                    <a:pt x="12" y="174"/>
                    <a:pt x="16" y="174"/>
                  </a:cubicBezTo>
                  <a:cubicBezTo>
                    <a:pt x="13" y="175"/>
                    <a:pt x="16" y="175"/>
                    <a:pt x="21" y="175"/>
                  </a:cubicBezTo>
                  <a:moveTo>
                    <a:pt x="208" y="252"/>
                  </a:moveTo>
                  <a:cubicBezTo>
                    <a:pt x="194" y="268"/>
                    <a:pt x="175" y="276"/>
                    <a:pt x="149" y="276"/>
                  </a:cubicBezTo>
                  <a:cubicBezTo>
                    <a:pt x="122" y="276"/>
                    <a:pt x="104" y="268"/>
                    <a:pt x="89" y="252"/>
                  </a:cubicBezTo>
                  <a:cubicBezTo>
                    <a:pt x="67" y="229"/>
                    <a:pt x="61" y="194"/>
                    <a:pt x="61" y="174"/>
                  </a:cubicBezTo>
                  <a:cubicBezTo>
                    <a:pt x="69" y="174"/>
                    <a:pt x="77" y="172"/>
                    <a:pt x="86" y="171"/>
                  </a:cubicBezTo>
                  <a:cubicBezTo>
                    <a:pt x="131" y="165"/>
                    <a:pt x="168" y="155"/>
                    <a:pt x="194" y="140"/>
                  </a:cubicBezTo>
                  <a:cubicBezTo>
                    <a:pt x="204" y="149"/>
                    <a:pt x="219" y="159"/>
                    <a:pt x="239" y="166"/>
                  </a:cubicBezTo>
                  <a:cubicBezTo>
                    <a:pt x="238" y="185"/>
                    <a:pt x="233" y="226"/>
                    <a:pt x="208" y="252"/>
                  </a:cubicBezTo>
                  <a:moveTo>
                    <a:pt x="80" y="53"/>
                  </a:moveTo>
                  <a:cubicBezTo>
                    <a:pt x="99" y="40"/>
                    <a:pt x="122" y="35"/>
                    <a:pt x="141" y="35"/>
                  </a:cubicBezTo>
                  <a:cubicBezTo>
                    <a:pt x="157" y="35"/>
                    <a:pt x="172" y="38"/>
                    <a:pt x="182" y="41"/>
                  </a:cubicBezTo>
                  <a:cubicBezTo>
                    <a:pt x="185" y="42"/>
                    <a:pt x="188" y="42"/>
                    <a:pt x="190" y="41"/>
                  </a:cubicBezTo>
                  <a:cubicBezTo>
                    <a:pt x="200" y="40"/>
                    <a:pt x="217" y="42"/>
                    <a:pt x="232" y="56"/>
                  </a:cubicBezTo>
                  <a:cubicBezTo>
                    <a:pt x="249" y="72"/>
                    <a:pt x="259" y="99"/>
                    <a:pt x="259" y="136"/>
                  </a:cubicBezTo>
                  <a:cubicBezTo>
                    <a:pt x="226" y="127"/>
                    <a:pt x="206" y="105"/>
                    <a:pt x="206" y="105"/>
                  </a:cubicBezTo>
                  <a:cubicBezTo>
                    <a:pt x="200" y="98"/>
                    <a:pt x="190" y="98"/>
                    <a:pt x="182" y="102"/>
                  </a:cubicBezTo>
                  <a:cubicBezTo>
                    <a:pt x="162" y="118"/>
                    <a:pt x="127" y="128"/>
                    <a:pt x="80" y="134"/>
                  </a:cubicBezTo>
                  <a:cubicBezTo>
                    <a:pt x="61" y="137"/>
                    <a:pt x="44" y="137"/>
                    <a:pt x="32" y="137"/>
                  </a:cubicBezTo>
                  <a:cubicBezTo>
                    <a:pt x="39" y="99"/>
                    <a:pt x="54" y="69"/>
                    <a:pt x="80" y="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60000" rIns="120000" bIns="6000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37"/>
            <p:cNvSpPr/>
            <p:nvPr/>
          </p:nvSpPr>
          <p:spPr>
            <a:xfrm>
              <a:off x="5438160" y="3167280"/>
              <a:ext cx="100440" cy="116280"/>
            </a:xfrm>
            <a:custGeom>
              <a:avLst/>
              <a:gdLst/>
              <a:ahLst/>
              <a:cxnLst/>
              <a:rect l="l" t="t" r="r" b="b"/>
              <a:pathLst>
                <a:path w="279" h="323" extrusionOk="0">
                  <a:moveTo>
                    <a:pt x="247" y="210"/>
                  </a:moveTo>
                  <a:cubicBezTo>
                    <a:pt x="255" y="213"/>
                    <a:pt x="266" y="208"/>
                    <a:pt x="269" y="200"/>
                  </a:cubicBezTo>
                  <a:cubicBezTo>
                    <a:pt x="286" y="149"/>
                    <a:pt x="280" y="96"/>
                    <a:pt x="252" y="55"/>
                  </a:cubicBezTo>
                  <a:cubicBezTo>
                    <a:pt x="226" y="19"/>
                    <a:pt x="187" y="0"/>
                    <a:pt x="139" y="0"/>
                  </a:cubicBezTo>
                  <a:cubicBezTo>
                    <a:pt x="69" y="0"/>
                    <a:pt x="15" y="44"/>
                    <a:pt x="2" y="111"/>
                  </a:cubicBezTo>
                  <a:cubicBezTo>
                    <a:pt x="-5" y="150"/>
                    <a:pt x="2" y="192"/>
                    <a:pt x="22" y="229"/>
                  </a:cubicBezTo>
                  <a:cubicBezTo>
                    <a:pt x="46" y="269"/>
                    <a:pt x="83" y="301"/>
                    <a:pt x="133" y="322"/>
                  </a:cubicBezTo>
                  <a:cubicBezTo>
                    <a:pt x="134" y="323"/>
                    <a:pt x="137" y="323"/>
                    <a:pt x="139" y="323"/>
                  </a:cubicBezTo>
                  <a:cubicBezTo>
                    <a:pt x="142" y="323"/>
                    <a:pt x="143" y="323"/>
                    <a:pt x="145" y="322"/>
                  </a:cubicBezTo>
                  <a:cubicBezTo>
                    <a:pt x="174" y="310"/>
                    <a:pt x="200" y="294"/>
                    <a:pt x="220" y="274"/>
                  </a:cubicBezTo>
                  <a:cubicBezTo>
                    <a:pt x="228" y="267"/>
                    <a:pt x="228" y="256"/>
                    <a:pt x="220" y="249"/>
                  </a:cubicBezTo>
                  <a:cubicBezTo>
                    <a:pt x="213" y="242"/>
                    <a:pt x="203" y="242"/>
                    <a:pt x="196" y="249"/>
                  </a:cubicBezTo>
                  <a:cubicBezTo>
                    <a:pt x="180" y="265"/>
                    <a:pt x="161" y="278"/>
                    <a:pt x="137" y="287"/>
                  </a:cubicBezTo>
                  <a:cubicBezTo>
                    <a:pt x="98" y="269"/>
                    <a:pt x="69" y="243"/>
                    <a:pt x="50" y="211"/>
                  </a:cubicBezTo>
                  <a:cubicBezTo>
                    <a:pt x="32" y="182"/>
                    <a:pt x="27" y="149"/>
                    <a:pt x="34" y="116"/>
                  </a:cubicBezTo>
                  <a:cubicBezTo>
                    <a:pt x="41" y="76"/>
                    <a:pt x="73" y="33"/>
                    <a:pt x="137" y="33"/>
                  </a:cubicBezTo>
                  <a:cubicBezTo>
                    <a:pt x="174" y="33"/>
                    <a:pt x="204" y="48"/>
                    <a:pt x="223" y="74"/>
                  </a:cubicBezTo>
                  <a:cubicBezTo>
                    <a:pt x="245" y="105"/>
                    <a:pt x="250" y="147"/>
                    <a:pt x="235" y="186"/>
                  </a:cubicBezTo>
                  <a:cubicBezTo>
                    <a:pt x="234" y="197"/>
                    <a:pt x="238" y="205"/>
                    <a:pt x="24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60000" rIns="120000" bIns="6000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37"/>
            <p:cNvSpPr/>
            <p:nvPr/>
          </p:nvSpPr>
          <p:spPr>
            <a:xfrm>
              <a:off x="5465160" y="3209760"/>
              <a:ext cx="14400" cy="25560"/>
            </a:xfrm>
            <a:custGeom>
              <a:avLst/>
              <a:gdLst/>
              <a:ahLst/>
              <a:cxnLst/>
              <a:rect l="l" t="t" r="r" b="b"/>
              <a:pathLst>
                <a:path w="40" h="71" extrusionOk="0">
                  <a:moveTo>
                    <a:pt x="17" y="0"/>
                  </a:moveTo>
                  <a:cubicBezTo>
                    <a:pt x="7" y="0"/>
                    <a:pt x="0" y="7"/>
                    <a:pt x="0" y="16"/>
                  </a:cubicBezTo>
                  <a:cubicBezTo>
                    <a:pt x="0" y="17"/>
                    <a:pt x="0" y="36"/>
                    <a:pt x="7" y="60"/>
                  </a:cubicBezTo>
                  <a:cubicBezTo>
                    <a:pt x="10" y="67"/>
                    <a:pt x="16" y="71"/>
                    <a:pt x="23" y="71"/>
                  </a:cubicBezTo>
                  <a:cubicBezTo>
                    <a:pt x="25" y="71"/>
                    <a:pt x="26" y="71"/>
                    <a:pt x="27" y="70"/>
                  </a:cubicBezTo>
                  <a:cubicBezTo>
                    <a:pt x="36" y="67"/>
                    <a:pt x="42" y="58"/>
                    <a:pt x="39" y="48"/>
                  </a:cubicBezTo>
                  <a:cubicBezTo>
                    <a:pt x="33" y="31"/>
                    <a:pt x="33" y="14"/>
                    <a:pt x="33" y="14"/>
                  </a:cubicBezTo>
                  <a:cubicBezTo>
                    <a:pt x="33" y="9"/>
                    <a:pt x="26" y="1"/>
                    <a:pt x="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0" rIns="120000" bIns="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37"/>
            <p:cNvSpPr/>
            <p:nvPr/>
          </p:nvSpPr>
          <p:spPr>
            <a:xfrm>
              <a:off x="5497200" y="3210840"/>
              <a:ext cx="14040" cy="25560"/>
            </a:xfrm>
            <a:custGeom>
              <a:avLst/>
              <a:gdLst/>
              <a:ahLst/>
              <a:cxnLst/>
              <a:rect l="l" t="t" r="r" b="b"/>
              <a:pathLst>
                <a:path w="39" h="71" extrusionOk="0">
                  <a:moveTo>
                    <a:pt x="11" y="70"/>
                  </a:moveTo>
                  <a:cubicBezTo>
                    <a:pt x="13" y="70"/>
                    <a:pt x="14" y="71"/>
                    <a:pt x="16" y="71"/>
                  </a:cubicBezTo>
                  <a:cubicBezTo>
                    <a:pt x="23" y="71"/>
                    <a:pt x="30" y="67"/>
                    <a:pt x="32" y="60"/>
                  </a:cubicBezTo>
                  <a:cubicBezTo>
                    <a:pt x="39" y="36"/>
                    <a:pt x="39" y="16"/>
                    <a:pt x="39" y="16"/>
                  </a:cubicBezTo>
                  <a:cubicBezTo>
                    <a:pt x="39" y="7"/>
                    <a:pt x="32" y="0"/>
                    <a:pt x="21" y="0"/>
                  </a:cubicBezTo>
                  <a:lnTo>
                    <a:pt x="21" y="0"/>
                  </a:lnTo>
                  <a:cubicBezTo>
                    <a:pt x="13" y="0"/>
                    <a:pt x="4" y="9"/>
                    <a:pt x="5" y="17"/>
                  </a:cubicBezTo>
                  <a:cubicBezTo>
                    <a:pt x="5" y="17"/>
                    <a:pt x="5" y="32"/>
                    <a:pt x="0" y="51"/>
                  </a:cubicBezTo>
                  <a:cubicBezTo>
                    <a:pt x="-3" y="57"/>
                    <a:pt x="3" y="67"/>
                    <a:pt x="11" y="7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0" rIns="120000" bIns="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9" name="Google Shape;519;p37"/>
          <p:cNvGrpSpPr/>
          <p:nvPr/>
        </p:nvGrpSpPr>
        <p:grpSpPr>
          <a:xfrm>
            <a:off x="5224412" y="3150888"/>
            <a:ext cx="563520" cy="563520"/>
            <a:chOff x="6802200" y="4303440"/>
            <a:chExt cx="422640" cy="422640"/>
          </a:xfrm>
        </p:grpSpPr>
        <p:sp>
          <p:nvSpPr>
            <p:cNvPr id="520" name="Google Shape;520;p37"/>
            <p:cNvSpPr/>
            <p:nvPr/>
          </p:nvSpPr>
          <p:spPr>
            <a:xfrm>
              <a:off x="6802200" y="4303440"/>
              <a:ext cx="238320" cy="379440"/>
            </a:xfrm>
            <a:custGeom>
              <a:avLst/>
              <a:gdLst/>
              <a:ahLst/>
              <a:cxnLst/>
              <a:rect l="l" t="t" r="r" b="b"/>
              <a:pathLst>
                <a:path w="662" h="1054" extrusionOk="0">
                  <a:moveTo>
                    <a:pt x="251" y="676"/>
                  </a:moveTo>
                  <a:cubicBezTo>
                    <a:pt x="251" y="671"/>
                    <a:pt x="251" y="665"/>
                    <a:pt x="251" y="661"/>
                  </a:cubicBezTo>
                  <a:lnTo>
                    <a:pt x="385" y="661"/>
                  </a:lnTo>
                  <a:cubicBezTo>
                    <a:pt x="394" y="661"/>
                    <a:pt x="403" y="654"/>
                    <a:pt x="403" y="643"/>
                  </a:cubicBezTo>
                  <a:cubicBezTo>
                    <a:pt x="403" y="635"/>
                    <a:pt x="396" y="626"/>
                    <a:pt x="385" y="626"/>
                  </a:cubicBezTo>
                  <a:lnTo>
                    <a:pt x="281" y="626"/>
                  </a:lnTo>
                  <a:lnTo>
                    <a:pt x="656" y="311"/>
                  </a:lnTo>
                  <a:cubicBezTo>
                    <a:pt x="659" y="308"/>
                    <a:pt x="662" y="305"/>
                    <a:pt x="662" y="300"/>
                  </a:cubicBezTo>
                  <a:cubicBezTo>
                    <a:pt x="662" y="296"/>
                    <a:pt x="661" y="291"/>
                    <a:pt x="658" y="287"/>
                  </a:cubicBezTo>
                  <a:cubicBezTo>
                    <a:pt x="652" y="279"/>
                    <a:pt x="645" y="271"/>
                    <a:pt x="637" y="262"/>
                  </a:cubicBezTo>
                  <a:cubicBezTo>
                    <a:pt x="603" y="218"/>
                    <a:pt x="553" y="158"/>
                    <a:pt x="495" y="107"/>
                  </a:cubicBezTo>
                  <a:cubicBezTo>
                    <a:pt x="487" y="102"/>
                    <a:pt x="477" y="102"/>
                    <a:pt x="470" y="109"/>
                  </a:cubicBezTo>
                  <a:cubicBezTo>
                    <a:pt x="463" y="116"/>
                    <a:pt x="464" y="126"/>
                    <a:pt x="471" y="134"/>
                  </a:cubicBezTo>
                  <a:cubicBezTo>
                    <a:pt x="527" y="183"/>
                    <a:pt x="575" y="241"/>
                    <a:pt x="610" y="284"/>
                  </a:cubicBezTo>
                  <a:cubicBezTo>
                    <a:pt x="613" y="288"/>
                    <a:pt x="616" y="291"/>
                    <a:pt x="619" y="295"/>
                  </a:cubicBezTo>
                  <a:lnTo>
                    <a:pt x="232" y="619"/>
                  </a:lnTo>
                  <a:cubicBezTo>
                    <a:pt x="230" y="616"/>
                    <a:pt x="227" y="611"/>
                    <a:pt x="222" y="607"/>
                  </a:cubicBezTo>
                  <a:cubicBezTo>
                    <a:pt x="148" y="521"/>
                    <a:pt x="24" y="375"/>
                    <a:pt x="36" y="240"/>
                  </a:cubicBezTo>
                  <a:cubicBezTo>
                    <a:pt x="40" y="185"/>
                    <a:pt x="68" y="134"/>
                    <a:pt x="119" y="91"/>
                  </a:cubicBezTo>
                  <a:cubicBezTo>
                    <a:pt x="208" y="17"/>
                    <a:pt x="302" y="16"/>
                    <a:pt x="410" y="86"/>
                  </a:cubicBezTo>
                  <a:cubicBezTo>
                    <a:pt x="417" y="91"/>
                    <a:pt x="429" y="88"/>
                    <a:pt x="434" y="81"/>
                  </a:cubicBezTo>
                  <a:cubicBezTo>
                    <a:pt x="439" y="74"/>
                    <a:pt x="436" y="62"/>
                    <a:pt x="429" y="58"/>
                  </a:cubicBezTo>
                  <a:cubicBezTo>
                    <a:pt x="310" y="-22"/>
                    <a:pt x="197" y="-19"/>
                    <a:pt x="97" y="65"/>
                  </a:cubicBezTo>
                  <a:cubicBezTo>
                    <a:pt x="39" y="113"/>
                    <a:pt x="7" y="171"/>
                    <a:pt x="1" y="237"/>
                  </a:cubicBezTo>
                  <a:cubicBezTo>
                    <a:pt x="-11" y="387"/>
                    <a:pt x="119" y="539"/>
                    <a:pt x="196" y="629"/>
                  </a:cubicBezTo>
                  <a:cubicBezTo>
                    <a:pt x="202" y="636"/>
                    <a:pt x="208" y="642"/>
                    <a:pt x="212" y="648"/>
                  </a:cubicBezTo>
                  <a:cubicBezTo>
                    <a:pt x="212" y="655"/>
                    <a:pt x="212" y="664"/>
                    <a:pt x="212" y="673"/>
                  </a:cubicBezTo>
                  <a:cubicBezTo>
                    <a:pt x="211" y="770"/>
                    <a:pt x="209" y="933"/>
                    <a:pt x="275" y="1046"/>
                  </a:cubicBezTo>
                  <a:cubicBezTo>
                    <a:pt x="278" y="1051"/>
                    <a:pt x="283" y="1054"/>
                    <a:pt x="289" y="1054"/>
                  </a:cubicBezTo>
                  <a:cubicBezTo>
                    <a:pt x="292" y="1054"/>
                    <a:pt x="295" y="1053"/>
                    <a:pt x="298" y="1051"/>
                  </a:cubicBezTo>
                  <a:cubicBezTo>
                    <a:pt x="307" y="1047"/>
                    <a:pt x="308" y="1037"/>
                    <a:pt x="304" y="1028"/>
                  </a:cubicBezTo>
                  <a:cubicBezTo>
                    <a:pt x="250" y="928"/>
                    <a:pt x="251" y="770"/>
                    <a:pt x="251" y="67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60000" rIns="120000" bIns="6000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37"/>
            <p:cNvSpPr/>
            <p:nvPr/>
          </p:nvSpPr>
          <p:spPr>
            <a:xfrm>
              <a:off x="6919560" y="4529160"/>
              <a:ext cx="166680" cy="196920"/>
            </a:xfrm>
            <a:custGeom>
              <a:avLst/>
              <a:gdLst/>
              <a:ahLst/>
              <a:cxnLst/>
              <a:rect l="l" t="t" r="r" b="b"/>
              <a:pathLst>
                <a:path w="463" h="547" extrusionOk="0">
                  <a:moveTo>
                    <a:pt x="463" y="18"/>
                  </a:moveTo>
                  <a:cubicBezTo>
                    <a:pt x="463" y="9"/>
                    <a:pt x="456" y="0"/>
                    <a:pt x="446" y="0"/>
                  </a:cubicBezTo>
                  <a:lnTo>
                    <a:pt x="140" y="0"/>
                  </a:lnTo>
                  <a:cubicBezTo>
                    <a:pt x="131" y="0"/>
                    <a:pt x="122" y="8"/>
                    <a:pt x="122" y="18"/>
                  </a:cubicBezTo>
                  <a:cubicBezTo>
                    <a:pt x="122" y="27"/>
                    <a:pt x="129" y="35"/>
                    <a:pt x="140" y="35"/>
                  </a:cubicBezTo>
                  <a:lnTo>
                    <a:pt x="428" y="35"/>
                  </a:lnTo>
                  <a:cubicBezTo>
                    <a:pt x="428" y="40"/>
                    <a:pt x="428" y="46"/>
                    <a:pt x="428" y="50"/>
                  </a:cubicBezTo>
                  <a:cubicBezTo>
                    <a:pt x="429" y="164"/>
                    <a:pt x="431" y="354"/>
                    <a:pt x="335" y="452"/>
                  </a:cubicBezTo>
                  <a:cubicBezTo>
                    <a:pt x="295" y="491"/>
                    <a:pt x="242" y="512"/>
                    <a:pt x="176" y="512"/>
                  </a:cubicBezTo>
                  <a:cubicBezTo>
                    <a:pt x="116" y="512"/>
                    <a:pt x="67" y="496"/>
                    <a:pt x="29" y="464"/>
                  </a:cubicBezTo>
                  <a:cubicBezTo>
                    <a:pt x="22" y="458"/>
                    <a:pt x="11" y="458"/>
                    <a:pt x="4" y="465"/>
                  </a:cubicBezTo>
                  <a:cubicBezTo>
                    <a:pt x="-3" y="473"/>
                    <a:pt x="-2" y="483"/>
                    <a:pt x="6" y="490"/>
                  </a:cubicBezTo>
                  <a:cubicBezTo>
                    <a:pt x="49" y="528"/>
                    <a:pt x="106" y="547"/>
                    <a:pt x="175" y="547"/>
                  </a:cubicBezTo>
                  <a:cubicBezTo>
                    <a:pt x="250" y="547"/>
                    <a:pt x="311" y="523"/>
                    <a:pt x="358" y="477"/>
                  </a:cubicBezTo>
                  <a:cubicBezTo>
                    <a:pt x="464" y="369"/>
                    <a:pt x="462" y="169"/>
                    <a:pt x="460" y="51"/>
                  </a:cubicBezTo>
                  <a:cubicBezTo>
                    <a:pt x="463" y="37"/>
                    <a:pt x="463" y="27"/>
                    <a:pt x="463" y="1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60000" rIns="120000" bIns="6000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37"/>
            <p:cNvSpPr/>
            <p:nvPr/>
          </p:nvSpPr>
          <p:spPr>
            <a:xfrm>
              <a:off x="7024680" y="4570200"/>
              <a:ext cx="20160" cy="74880"/>
            </a:xfrm>
            <a:custGeom>
              <a:avLst/>
              <a:gdLst/>
              <a:ahLst/>
              <a:cxnLst/>
              <a:rect l="l" t="t" r="r" b="b"/>
              <a:pathLst>
                <a:path w="56" h="208" extrusionOk="0">
                  <a:moveTo>
                    <a:pt x="17" y="208"/>
                  </a:moveTo>
                  <a:cubicBezTo>
                    <a:pt x="24" y="208"/>
                    <a:pt x="31" y="204"/>
                    <a:pt x="33" y="197"/>
                  </a:cubicBezTo>
                  <a:cubicBezTo>
                    <a:pt x="38" y="178"/>
                    <a:pt x="44" y="155"/>
                    <a:pt x="47" y="131"/>
                  </a:cubicBezTo>
                  <a:cubicBezTo>
                    <a:pt x="53" y="98"/>
                    <a:pt x="56" y="61"/>
                    <a:pt x="56" y="18"/>
                  </a:cubicBezTo>
                  <a:cubicBezTo>
                    <a:pt x="56" y="9"/>
                    <a:pt x="49" y="0"/>
                    <a:pt x="40" y="0"/>
                  </a:cubicBezTo>
                  <a:cubicBezTo>
                    <a:pt x="31" y="0"/>
                    <a:pt x="22" y="7"/>
                    <a:pt x="22" y="16"/>
                  </a:cubicBezTo>
                  <a:cubicBezTo>
                    <a:pt x="21" y="58"/>
                    <a:pt x="18" y="93"/>
                    <a:pt x="14" y="125"/>
                  </a:cubicBezTo>
                  <a:cubicBezTo>
                    <a:pt x="11" y="147"/>
                    <a:pt x="5" y="168"/>
                    <a:pt x="1" y="187"/>
                  </a:cubicBezTo>
                  <a:cubicBezTo>
                    <a:pt x="-2" y="195"/>
                    <a:pt x="3" y="206"/>
                    <a:pt x="12" y="208"/>
                  </a:cubicBezTo>
                  <a:cubicBezTo>
                    <a:pt x="14" y="208"/>
                    <a:pt x="15" y="208"/>
                    <a:pt x="17" y="20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39833" rIns="120000" bIns="39833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37"/>
            <p:cNvSpPr/>
            <p:nvPr/>
          </p:nvSpPr>
          <p:spPr>
            <a:xfrm>
              <a:off x="6976800" y="4660200"/>
              <a:ext cx="45360" cy="23760"/>
            </a:xfrm>
            <a:custGeom>
              <a:avLst/>
              <a:gdLst/>
              <a:ahLst/>
              <a:cxnLst/>
              <a:rect l="l" t="t" r="r" b="b"/>
              <a:pathLst>
                <a:path w="126" h="66" extrusionOk="0">
                  <a:moveTo>
                    <a:pt x="120" y="30"/>
                  </a:moveTo>
                  <a:cubicBezTo>
                    <a:pt x="128" y="23"/>
                    <a:pt x="128" y="12"/>
                    <a:pt x="120" y="5"/>
                  </a:cubicBezTo>
                  <a:cubicBezTo>
                    <a:pt x="113" y="-2"/>
                    <a:pt x="103" y="-2"/>
                    <a:pt x="96" y="5"/>
                  </a:cubicBezTo>
                  <a:cubicBezTo>
                    <a:pt x="84" y="17"/>
                    <a:pt x="65" y="31"/>
                    <a:pt x="17" y="31"/>
                  </a:cubicBezTo>
                  <a:cubicBezTo>
                    <a:pt x="8" y="31"/>
                    <a:pt x="0" y="39"/>
                    <a:pt x="0" y="49"/>
                  </a:cubicBezTo>
                  <a:cubicBezTo>
                    <a:pt x="0" y="58"/>
                    <a:pt x="7" y="66"/>
                    <a:pt x="17" y="66"/>
                  </a:cubicBezTo>
                  <a:cubicBezTo>
                    <a:pt x="48" y="66"/>
                    <a:pt x="88" y="63"/>
                    <a:pt x="120" y="3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0" rIns="120000" bIns="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37"/>
            <p:cNvSpPr/>
            <p:nvPr/>
          </p:nvSpPr>
          <p:spPr>
            <a:xfrm>
              <a:off x="7098120" y="4416120"/>
              <a:ext cx="73440" cy="74520"/>
            </a:xfrm>
            <a:custGeom>
              <a:avLst/>
              <a:gdLst/>
              <a:ahLst/>
              <a:cxnLst/>
              <a:rect l="l" t="t" r="r" b="b"/>
              <a:pathLst>
                <a:path w="204" h="207" extrusionOk="0">
                  <a:moveTo>
                    <a:pt x="184" y="22"/>
                  </a:moveTo>
                  <a:cubicBezTo>
                    <a:pt x="169" y="7"/>
                    <a:pt x="153" y="0"/>
                    <a:pt x="132" y="0"/>
                  </a:cubicBezTo>
                  <a:cubicBezTo>
                    <a:pt x="112" y="0"/>
                    <a:pt x="94" y="7"/>
                    <a:pt x="79" y="22"/>
                  </a:cubicBezTo>
                  <a:lnTo>
                    <a:pt x="5" y="96"/>
                  </a:lnTo>
                  <a:cubicBezTo>
                    <a:pt x="-2" y="103"/>
                    <a:pt x="-2" y="113"/>
                    <a:pt x="5" y="121"/>
                  </a:cubicBezTo>
                  <a:cubicBezTo>
                    <a:pt x="8" y="124"/>
                    <a:pt x="13" y="125"/>
                    <a:pt x="17" y="125"/>
                  </a:cubicBezTo>
                  <a:cubicBezTo>
                    <a:pt x="22" y="125"/>
                    <a:pt x="25" y="124"/>
                    <a:pt x="28" y="121"/>
                  </a:cubicBezTo>
                  <a:lnTo>
                    <a:pt x="59" y="90"/>
                  </a:lnTo>
                  <a:cubicBezTo>
                    <a:pt x="62" y="103"/>
                    <a:pt x="69" y="116"/>
                    <a:pt x="79" y="127"/>
                  </a:cubicBezTo>
                  <a:cubicBezTo>
                    <a:pt x="89" y="137"/>
                    <a:pt x="102" y="144"/>
                    <a:pt x="116" y="147"/>
                  </a:cubicBezTo>
                  <a:lnTo>
                    <a:pt x="85" y="178"/>
                  </a:lnTo>
                  <a:cubicBezTo>
                    <a:pt x="78" y="185"/>
                    <a:pt x="78" y="195"/>
                    <a:pt x="85" y="202"/>
                  </a:cubicBezTo>
                  <a:cubicBezTo>
                    <a:pt x="88" y="205"/>
                    <a:pt x="93" y="207"/>
                    <a:pt x="97" y="207"/>
                  </a:cubicBezTo>
                  <a:cubicBezTo>
                    <a:pt x="102" y="207"/>
                    <a:pt x="105" y="205"/>
                    <a:pt x="108" y="202"/>
                  </a:cubicBezTo>
                  <a:lnTo>
                    <a:pt x="183" y="128"/>
                  </a:lnTo>
                  <a:lnTo>
                    <a:pt x="183" y="128"/>
                  </a:lnTo>
                  <a:cubicBezTo>
                    <a:pt x="197" y="113"/>
                    <a:pt x="204" y="97"/>
                    <a:pt x="204" y="76"/>
                  </a:cubicBezTo>
                  <a:cubicBezTo>
                    <a:pt x="204" y="56"/>
                    <a:pt x="199" y="36"/>
                    <a:pt x="184" y="22"/>
                  </a:cubicBezTo>
                  <a:moveTo>
                    <a:pt x="161" y="103"/>
                  </a:moveTo>
                  <a:cubicBezTo>
                    <a:pt x="153" y="111"/>
                    <a:pt x="143" y="115"/>
                    <a:pt x="133" y="115"/>
                  </a:cubicBezTo>
                  <a:cubicBezTo>
                    <a:pt x="123" y="115"/>
                    <a:pt x="113" y="111"/>
                    <a:pt x="105" y="103"/>
                  </a:cubicBezTo>
                  <a:cubicBezTo>
                    <a:pt x="98" y="96"/>
                    <a:pt x="94" y="86"/>
                    <a:pt x="94" y="76"/>
                  </a:cubicBezTo>
                  <a:cubicBezTo>
                    <a:pt x="94" y="65"/>
                    <a:pt x="98" y="55"/>
                    <a:pt x="105" y="48"/>
                  </a:cubicBezTo>
                  <a:cubicBezTo>
                    <a:pt x="113" y="41"/>
                    <a:pt x="123" y="36"/>
                    <a:pt x="133" y="36"/>
                  </a:cubicBezTo>
                  <a:cubicBezTo>
                    <a:pt x="143" y="36"/>
                    <a:pt x="154" y="41"/>
                    <a:pt x="161" y="48"/>
                  </a:cubicBezTo>
                  <a:cubicBezTo>
                    <a:pt x="169" y="55"/>
                    <a:pt x="172" y="66"/>
                    <a:pt x="172" y="76"/>
                  </a:cubicBezTo>
                  <a:cubicBezTo>
                    <a:pt x="172" y="87"/>
                    <a:pt x="168" y="96"/>
                    <a:pt x="161" y="10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39333" rIns="120000" bIns="39333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37"/>
            <p:cNvSpPr/>
            <p:nvPr/>
          </p:nvSpPr>
          <p:spPr>
            <a:xfrm>
              <a:off x="7136640" y="4313160"/>
              <a:ext cx="88200" cy="87840"/>
            </a:xfrm>
            <a:custGeom>
              <a:avLst/>
              <a:gdLst/>
              <a:ahLst/>
              <a:cxnLst/>
              <a:rect l="l" t="t" r="r" b="b"/>
              <a:pathLst>
                <a:path w="245" h="244" extrusionOk="0">
                  <a:moveTo>
                    <a:pt x="19" y="144"/>
                  </a:moveTo>
                  <a:cubicBezTo>
                    <a:pt x="23" y="144"/>
                    <a:pt x="28" y="143"/>
                    <a:pt x="30" y="140"/>
                  </a:cubicBezTo>
                  <a:lnTo>
                    <a:pt x="73" y="98"/>
                  </a:lnTo>
                  <a:cubicBezTo>
                    <a:pt x="76" y="117"/>
                    <a:pt x="83" y="134"/>
                    <a:pt x="97" y="147"/>
                  </a:cubicBezTo>
                  <a:cubicBezTo>
                    <a:pt x="112" y="162"/>
                    <a:pt x="130" y="169"/>
                    <a:pt x="147" y="172"/>
                  </a:cubicBezTo>
                  <a:lnTo>
                    <a:pt x="105" y="214"/>
                  </a:lnTo>
                  <a:cubicBezTo>
                    <a:pt x="97" y="222"/>
                    <a:pt x="97" y="232"/>
                    <a:pt x="105" y="239"/>
                  </a:cubicBezTo>
                  <a:cubicBezTo>
                    <a:pt x="108" y="242"/>
                    <a:pt x="112" y="244"/>
                    <a:pt x="116" y="244"/>
                  </a:cubicBezTo>
                  <a:cubicBezTo>
                    <a:pt x="121" y="244"/>
                    <a:pt x="125" y="242"/>
                    <a:pt x="128" y="239"/>
                  </a:cubicBezTo>
                  <a:lnTo>
                    <a:pt x="220" y="147"/>
                  </a:lnTo>
                  <a:lnTo>
                    <a:pt x="220" y="147"/>
                  </a:lnTo>
                  <a:cubicBezTo>
                    <a:pt x="236" y="131"/>
                    <a:pt x="245" y="109"/>
                    <a:pt x="245" y="86"/>
                  </a:cubicBezTo>
                  <a:cubicBezTo>
                    <a:pt x="245" y="63"/>
                    <a:pt x="236" y="41"/>
                    <a:pt x="220" y="25"/>
                  </a:cubicBezTo>
                  <a:cubicBezTo>
                    <a:pt x="186" y="-9"/>
                    <a:pt x="131" y="-9"/>
                    <a:pt x="97" y="25"/>
                  </a:cubicBezTo>
                  <a:lnTo>
                    <a:pt x="6" y="117"/>
                  </a:lnTo>
                  <a:cubicBezTo>
                    <a:pt x="-2" y="124"/>
                    <a:pt x="-2" y="134"/>
                    <a:pt x="6" y="142"/>
                  </a:cubicBezTo>
                  <a:cubicBezTo>
                    <a:pt x="10" y="143"/>
                    <a:pt x="14" y="144"/>
                    <a:pt x="19" y="144"/>
                  </a:cubicBezTo>
                  <a:moveTo>
                    <a:pt x="122" y="48"/>
                  </a:moveTo>
                  <a:cubicBezTo>
                    <a:pt x="132" y="38"/>
                    <a:pt x="146" y="32"/>
                    <a:pt x="160" y="32"/>
                  </a:cubicBezTo>
                  <a:cubicBezTo>
                    <a:pt x="173" y="32"/>
                    <a:pt x="188" y="38"/>
                    <a:pt x="198" y="48"/>
                  </a:cubicBezTo>
                  <a:cubicBezTo>
                    <a:pt x="208" y="59"/>
                    <a:pt x="214" y="72"/>
                    <a:pt x="214" y="86"/>
                  </a:cubicBezTo>
                  <a:cubicBezTo>
                    <a:pt x="214" y="101"/>
                    <a:pt x="208" y="114"/>
                    <a:pt x="198" y="124"/>
                  </a:cubicBezTo>
                  <a:lnTo>
                    <a:pt x="198" y="124"/>
                  </a:lnTo>
                  <a:cubicBezTo>
                    <a:pt x="178" y="144"/>
                    <a:pt x="144" y="144"/>
                    <a:pt x="124" y="124"/>
                  </a:cubicBezTo>
                  <a:cubicBezTo>
                    <a:pt x="100" y="102"/>
                    <a:pt x="100" y="69"/>
                    <a:pt x="122" y="4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57100" rIns="120000" bIns="5710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37"/>
            <p:cNvSpPr/>
            <p:nvPr/>
          </p:nvSpPr>
          <p:spPr>
            <a:xfrm>
              <a:off x="7051320" y="4347720"/>
              <a:ext cx="55080" cy="54720"/>
            </a:xfrm>
            <a:custGeom>
              <a:avLst/>
              <a:gdLst/>
              <a:ahLst/>
              <a:cxnLst/>
              <a:rect l="l" t="t" r="r" b="b"/>
              <a:pathLst>
                <a:path w="153" h="152" extrusionOk="0">
                  <a:moveTo>
                    <a:pt x="18" y="95"/>
                  </a:moveTo>
                  <a:cubicBezTo>
                    <a:pt x="23" y="95"/>
                    <a:pt x="27" y="94"/>
                    <a:pt x="30" y="91"/>
                  </a:cubicBezTo>
                  <a:lnTo>
                    <a:pt x="45" y="76"/>
                  </a:lnTo>
                  <a:cubicBezTo>
                    <a:pt x="47" y="83"/>
                    <a:pt x="53" y="89"/>
                    <a:pt x="58" y="95"/>
                  </a:cubicBezTo>
                  <a:cubicBezTo>
                    <a:pt x="64" y="101"/>
                    <a:pt x="69" y="105"/>
                    <a:pt x="77" y="108"/>
                  </a:cubicBezTo>
                  <a:lnTo>
                    <a:pt x="62" y="123"/>
                  </a:lnTo>
                  <a:cubicBezTo>
                    <a:pt x="55" y="130"/>
                    <a:pt x="55" y="141"/>
                    <a:pt x="62" y="148"/>
                  </a:cubicBezTo>
                  <a:cubicBezTo>
                    <a:pt x="65" y="151"/>
                    <a:pt x="70" y="152"/>
                    <a:pt x="74" y="152"/>
                  </a:cubicBezTo>
                  <a:cubicBezTo>
                    <a:pt x="79" y="152"/>
                    <a:pt x="82" y="150"/>
                    <a:pt x="85" y="148"/>
                  </a:cubicBezTo>
                  <a:lnTo>
                    <a:pt x="136" y="97"/>
                  </a:lnTo>
                  <a:cubicBezTo>
                    <a:pt x="158" y="75"/>
                    <a:pt x="158" y="38"/>
                    <a:pt x="136" y="16"/>
                  </a:cubicBezTo>
                  <a:cubicBezTo>
                    <a:pt x="114" y="-5"/>
                    <a:pt x="80" y="-5"/>
                    <a:pt x="56" y="16"/>
                  </a:cubicBezTo>
                  <a:lnTo>
                    <a:pt x="56" y="16"/>
                  </a:lnTo>
                  <a:lnTo>
                    <a:pt x="5" y="67"/>
                  </a:lnTo>
                  <a:cubicBezTo>
                    <a:pt x="-2" y="75"/>
                    <a:pt x="-2" y="85"/>
                    <a:pt x="5" y="92"/>
                  </a:cubicBezTo>
                  <a:cubicBezTo>
                    <a:pt x="10" y="94"/>
                    <a:pt x="14" y="95"/>
                    <a:pt x="18" y="95"/>
                  </a:cubicBezTo>
                  <a:moveTo>
                    <a:pt x="81" y="38"/>
                  </a:moveTo>
                  <a:cubicBezTo>
                    <a:pt x="85" y="34"/>
                    <a:pt x="91" y="32"/>
                    <a:pt x="97" y="32"/>
                  </a:cubicBezTo>
                  <a:cubicBezTo>
                    <a:pt x="103" y="32"/>
                    <a:pt x="109" y="34"/>
                    <a:pt x="113" y="38"/>
                  </a:cubicBezTo>
                  <a:cubicBezTo>
                    <a:pt x="122" y="47"/>
                    <a:pt x="122" y="60"/>
                    <a:pt x="113" y="69"/>
                  </a:cubicBezTo>
                  <a:lnTo>
                    <a:pt x="113" y="69"/>
                  </a:lnTo>
                  <a:lnTo>
                    <a:pt x="113" y="69"/>
                  </a:lnTo>
                  <a:cubicBezTo>
                    <a:pt x="104" y="78"/>
                    <a:pt x="91" y="79"/>
                    <a:pt x="82" y="69"/>
                  </a:cubicBezTo>
                  <a:cubicBezTo>
                    <a:pt x="78" y="65"/>
                    <a:pt x="77" y="59"/>
                    <a:pt x="77" y="53"/>
                  </a:cubicBezTo>
                  <a:cubicBezTo>
                    <a:pt x="75" y="48"/>
                    <a:pt x="77" y="43"/>
                    <a:pt x="81" y="3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12933" rIns="120000" bIns="12933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37"/>
            <p:cNvSpPr/>
            <p:nvPr/>
          </p:nvSpPr>
          <p:spPr>
            <a:xfrm>
              <a:off x="7106760" y="4541400"/>
              <a:ext cx="54360" cy="55080"/>
            </a:xfrm>
            <a:custGeom>
              <a:avLst/>
              <a:gdLst/>
              <a:ahLst/>
              <a:cxnLst/>
              <a:rect l="l" t="t" r="r" b="b"/>
              <a:pathLst>
                <a:path w="151" h="153" extrusionOk="0">
                  <a:moveTo>
                    <a:pt x="57" y="16"/>
                  </a:moveTo>
                  <a:lnTo>
                    <a:pt x="6" y="67"/>
                  </a:lnTo>
                  <a:cubicBezTo>
                    <a:pt x="-2" y="74"/>
                    <a:pt x="-2" y="84"/>
                    <a:pt x="6" y="92"/>
                  </a:cubicBezTo>
                  <a:cubicBezTo>
                    <a:pt x="9" y="95"/>
                    <a:pt x="13" y="96"/>
                    <a:pt x="17" y="96"/>
                  </a:cubicBezTo>
                  <a:cubicBezTo>
                    <a:pt x="22" y="96"/>
                    <a:pt x="26" y="95"/>
                    <a:pt x="29" y="92"/>
                  </a:cubicBezTo>
                  <a:lnTo>
                    <a:pt x="44" y="77"/>
                  </a:lnTo>
                  <a:cubicBezTo>
                    <a:pt x="46" y="84"/>
                    <a:pt x="52" y="90"/>
                    <a:pt x="57" y="96"/>
                  </a:cubicBezTo>
                  <a:cubicBezTo>
                    <a:pt x="63" y="102"/>
                    <a:pt x="68" y="106"/>
                    <a:pt x="76" y="109"/>
                  </a:cubicBezTo>
                  <a:lnTo>
                    <a:pt x="61" y="124"/>
                  </a:lnTo>
                  <a:cubicBezTo>
                    <a:pt x="54" y="131"/>
                    <a:pt x="54" y="142"/>
                    <a:pt x="61" y="149"/>
                  </a:cubicBezTo>
                  <a:cubicBezTo>
                    <a:pt x="64" y="152"/>
                    <a:pt x="69" y="153"/>
                    <a:pt x="73" y="153"/>
                  </a:cubicBezTo>
                  <a:cubicBezTo>
                    <a:pt x="78" y="153"/>
                    <a:pt x="81" y="151"/>
                    <a:pt x="84" y="149"/>
                  </a:cubicBezTo>
                  <a:lnTo>
                    <a:pt x="135" y="98"/>
                  </a:lnTo>
                  <a:cubicBezTo>
                    <a:pt x="145" y="87"/>
                    <a:pt x="151" y="73"/>
                    <a:pt x="151" y="58"/>
                  </a:cubicBezTo>
                  <a:cubicBezTo>
                    <a:pt x="151" y="44"/>
                    <a:pt x="145" y="29"/>
                    <a:pt x="135" y="19"/>
                  </a:cubicBezTo>
                  <a:cubicBezTo>
                    <a:pt x="113" y="-6"/>
                    <a:pt x="78" y="-6"/>
                    <a:pt x="57" y="16"/>
                  </a:cubicBezTo>
                  <a:moveTo>
                    <a:pt x="112" y="71"/>
                  </a:moveTo>
                  <a:cubicBezTo>
                    <a:pt x="108" y="76"/>
                    <a:pt x="102" y="77"/>
                    <a:pt x="96" y="77"/>
                  </a:cubicBezTo>
                  <a:cubicBezTo>
                    <a:pt x="90" y="77"/>
                    <a:pt x="84" y="74"/>
                    <a:pt x="80" y="71"/>
                  </a:cubicBezTo>
                  <a:cubicBezTo>
                    <a:pt x="71" y="63"/>
                    <a:pt x="71" y="48"/>
                    <a:pt x="80" y="41"/>
                  </a:cubicBezTo>
                  <a:cubicBezTo>
                    <a:pt x="84" y="36"/>
                    <a:pt x="90" y="35"/>
                    <a:pt x="96" y="35"/>
                  </a:cubicBezTo>
                  <a:cubicBezTo>
                    <a:pt x="102" y="35"/>
                    <a:pt x="108" y="36"/>
                    <a:pt x="112" y="41"/>
                  </a:cubicBezTo>
                  <a:cubicBezTo>
                    <a:pt x="116" y="45"/>
                    <a:pt x="118" y="51"/>
                    <a:pt x="118" y="57"/>
                  </a:cubicBezTo>
                  <a:cubicBezTo>
                    <a:pt x="118" y="63"/>
                    <a:pt x="116" y="67"/>
                    <a:pt x="112" y="7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13433" rIns="120000" bIns="13433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p37"/>
            <p:cNvSpPr/>
            <p:nvPr/>
          </p:nvSpPr>
          <p:spPr>
            <a:xfrm>
              <a:off x="7015680" y="4452120"/>
              <a:ext cx="54720" cy="55080"/>
            </a:xfrm>
            <a:custGeom>
              <a:avLst/>
              <a:gdLst/>
              <a:ahLst/>
              <a:cxnLst/>
              <a:rect l="l" t="t" r="r" b="b"/>
              <a:pathLst>
                <a:path w="152" h="153" extrusionOk="0">
                  <a:moveTo>
                    <a:pt x="56" y="16"/>
                  </a:moveTo>
                  <a:lnTo>
                    <a:pt x="5" y="67"/>
                  </a:lnTo>
                  <a:cubicBezTo>
                    <a:pt x="-2" y="75"/>
                    <a:pt x="-2" y="85"/>
                    <a:pt x="5" y="92"/>
                  </a:cubicBezTo>
                  <a:cubicBezTo>
                    <a:pt x="8" y="95"/>
                    <a:pt x="13" y="96"/>
                    <a:pt x="17" y="96"/>
                  </a:cubicBezTo>
                  <a:cubicBezTo>
                    <a:pt x="22" y="96"/>
                    <a:pt x="26" y="95"/>
                    <a:pt x="28" y="92"/>
                  </a:cubicBezTo>
                  <a:lnTo>
                    <a:pt x="43" y="78"/>
                  </a:lnTo>
                  <a:cubicBezTo>
                    <a:pt x="46" y="85"/>
                    <a:pt x="50" y="91"/>
                    <a:pt x="56" y="96"/>
                  </a:cubicBezTo>
                  <a:cubicBezTo>
                    <a:pt x="62" y="102"/>
                    <a:pt x="68" y="107"/>
                    <a:pt x="75" y="110"/>
                  </a:cubicBezTo>
                  <a:lnTo>
                    <a:pt x="60" y="124"/>
                  </a:lnTo>
                  <a:cubicBezTo>
                    <a:pt x="53" y="131"/>
                    <a:pt x="53" y="142"/>
                    <a:pt x="60" y="149"/>
                  </a:cubicBezTo>
                  <a:cubicBezTo>
                    <a:pt x="63" y="152"/>
                    <a:pt x="68" y="153"/>
                    <a:pt x="72" y="153"/>
                  </a:cubicBezTo>
                  <a:cubicBezTo>
                    <a:pt x="77" y="153"/>
                    <a:pt x="81" y="152"/>
                    <a:pt x="84" y="149"/>
                  </a:cubicBezTo>
                  <a:lnTo>
                    <a:pt x="135" y="98"/>
                  </a:lnTo>
                  <a:cubicBezTo>
                    <a:pt x="157" y="76"/>
                    <a:pt x="157" y="40"/>
                    <a:pt x="135" y="18"/>
                  </a:cubicBezTo>
                  <a:cubicBezTo>
                    <a:pt x="114" y="-6"/>
                    <a:pt x="78" y="-6"/>
                    <a:pt x="56" y="16"/>
                  </a:cubicBezTo>
                  <a:moveTo>
                    <a:pt x="81" y="40"/>
                  </a:moveTo>
                  <a:cubicBezTo>
                    <a:pt x="85" y="35"/>
                    <a:pt x="91" y="34"/>
                    <a:pt x="97" y="34"/>
                  </a:cubicBezTo>
                  <a:cubicBezTo>
                    <a:pt x="103" y="34"/>
                    <a:pt x="109" y="35"/>
                    <a:pt x="113" y="40"/>
                  </a:cubicBezTo>
                  <a:cubicBezTo>
                    <a:pt x="122" y="48"/>
                    <a:pt x="122" y="63"/>
                    <a:pt x="113" y="70"/>
                  </a:cubicBezTo>
                  <a:cubicBezTo>
                    <a:pt x="104" y="79"/>
                    <a:pt x="90" y="79"/>
                    <a:pt x="82" y="70"/>
                  </a:cubicBezTo>
                  <a:cubicBezTo>
                    <a:pt x="78" y="66"/>
                    <a:pt x="77" y="60"/>
                    <a:pt x="77" y="54"/>
                  </a:cubicBezTo>
                  <a:cubicBezTo>
                    <a:pt x="74" y="50"/>
                    <a:pt x="77" y="44"/>
                    <a:pt x="81" y="4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13433" rIns="120000" bIns="13433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37"/>
            <p:cNvSpPr/>
            <p:nvPr/>
          </p:nvSpPr>
          <p:spPr>
            <a:xfrm>
              <a:off x="7170480" y="4485240"/>
              <a:ext cx="54360" cy="55080"/>
            </a:xfrm>
            <a:custGeom>
              <a:avLst/>
              <a:gdLst/>
              <a:ahLst/>
              <a:cxnLst/>
              <a:rect l="l" t="t" r="r" b="b"/>
              <a:pathLst>
                <a:path w="151" h="153" extrusionOk="0">
                  <a:moveTo>
                    <a:pt x="56" y="16"/>
                  </a:moveTo>
                  <a:lnTo>
                    <a:pt x="56" y="16"/>
                  </a:lnTo>
                  <a:lnTo>
                    <a:pt x="5" y="67"/>
                  </a:lnTo>
                  <a:cubicBezTo>
                    <a:pt x="-2" y="74"/>
                    <a:pt x="-2" y="85"/>
                    <a:pt x="5" y="92"/>
                  </a:cubicBezTo>
                  <a:cubicBezTo>
                    <a:pt x="8" y="95"/>
                    <a:pt x="13" y="96"/>
                    <a:pt x="17" y="96"/>
                  </a:cubicBezTo>
                  <a:cubicBezTo>
                    <a:pt x="22" y="96"/>
                    <a:pt x="25" y="95"/>
                    <a:pt x="28" y="92"/>
                  </a:cubicBezTo>
                  <a:lnTo>
                    <a:pt x="43" y="77"/>
                  </a:lnTo>
                  <a:cubicBezTo>
                    <a:pt x="46" y="85"/>
                    <a:pt x="50" y="90"/>
                    <a:pt x="56" y="96"/>
                  </a:cubicBezTo>
                  <a:cubicBezTo>
                    <a:pt x="62" y="102"/>
                    <a:pt x="68" y="106"/>
                    <a:pt x="75" y="109"/>
                  </a:cubicBezTo>
                  <a:lnTo>
                    <a:pt x="60" y="124"/>
                  </a:lnTo>
                  <a:cubicBezTo>
                    <a:pt x="53" y="131"/>
                    <a:pt x="53" y="141"/>
                    <a:pt x="60" y="149"/>
                  </a:cubicBezTo>
                  <a:cubicBezTo>
                    <a:pt x="63" y="152"/>
                    <a:pt x="68" y="153"/>
                    <a:pt x="72" y="153"/>
                  </a:cubicBezTo>
                  <a:cubicBezTo>
                    <a:pt x="76" y="153"/>
                    <a:pt x="81" y="152"/>
                    <a:pt x="84" y="149"/>
                  </a:cubicBezTo>
                  <a:lnTo>
                    <a:pt x="135" y="98"/>
                  </a:lnTo>
                  <a:cubicBezTo>
                    <a:pt x="156" y="76"/>
                    <a:pt x="156" y="39"/>
                    <a:pt x="135" y="18"/>
                  </a:cubicBezTo>
                  <a:cubicBezTo>
                    <a:pt x="114" y="-6"/>
                    <a:pt x="78" y="-6"/>
                    <a:pt x="56" y="16"/>
                  </a:cubicBezTo>
                  <a:moveTo>
                    <a:pt x="111" y="71"/>
                  </a:moveTo>
                  <a:lnTo>
                    <a:pt x="111" y="71"/>
                  </a:lnTo>
                  <a:lnTo>
                    <a:pt x="111" y="71"/>
                  </a:lnTo>
                  <a:cubicBezTo>
                    <a:pt x="103" y="80"/>
                    <a:pt x="88" y="80"/>
                    <a:pt x="81" y="71"/>
                  </a:cubicBezTo>
                  <a:cubicBezTo>
                    <a:pt x="76" y="67"/>
                    <a:pt x="75" y="61"/>
                    <a:pt x="75" y="55"/>
                  </a:cubicBezTo>
                  <a:cubicBezTo>
                    <a:pt x="75" y="50"/>
                    <a:pt x="78" y="44"/>
                    <a:pt x="81" y="39"/>
                  </a:cubicBezTo>
                  <a:cubicBezTo>
                    <a:pt x="85" y="35"/>
                    <a:pt x="91" y="34"/>
                    <a:pt x="97" y="34"/>
                  </a:cubicBezTo>
                  <a:cubicBezTo>
                    <a:pt x="103" y="34"/>
                    <a:pt x="108" y="35"/>
                    <a:pt x="113" y="39"/>
                  </a:cubicBezTo>
                  <a:cubicBezTo>
                    <a:pt x="120" y="50"/>
                    <a:pt x="120" y="63"/>
                    <a:pt x="111" y="7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13433" rIns="120000" bIns="13433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0" name="Google Shape;530;p37"/>
          <p:cNvGrpSpPr/>
          <p:nvPr/>
        </p:nvGrpSpPr>
        <p:grpSpPr>
          <a:xfrm>
            <a:off x="6405033" y="1573253"/>
            <a:ext cx="561600" cy="561600"/>
            <a:chOff x="7356960" y="3121200"/>
            <a:chExt cx="421200" cy="421200"/>
          </a:xfrm>
        </p:grpSpPr>
        <p:sp>
          <p:nvSpPr>
            <p:cNvPr id="531" name="Google Shape;531;p37"/>
            <p:cNvSpPr/>
            <p:nvPr/>
          </p:nvSpPr>
          <p:spPr>
            <a:xfrm>
              <a:off x="7396200" y="3193560"/>
              <a:ext cx="321840" cy="348840"/>
            </a:xfrm>
            <a:custGeom>
              <a:avLst/>
              <a:gdLst/>
              <a:ahLst/>
              <a:cxnLst/>
              <a:rect l="l" t="t" r="r" b="b"/>
              <a:pathLst>
                <a:path w="894" h="969" extrusionOk="0">
                  <a:moveTo>
                    <a:pt x="870" y="750"/>
                  </a:moveTo>
                  <a:cubicBezTo>
                    <a:pt x="851" y="760"/>
                    <a:pt x="830" y="766"/>
                    <a:pt x="809" y="768"/>
                  </a:cubicBezTo>
                  <a:cubicBezTo>
                    <a:pt x="804" y="768"/>
                    <a:pt x="800" y="770"/>
                    <a:pt x="797" y="773"/>
                  </a:cubicBezTo>
                  <a:cubicBezTo>
                    <a:pt x="794" y="778"/>
                    <a:pt x="793" y="782"/>
                    <a:pt x="794" y="786"/>
                  </a:cubicBezTo>
                  <a:cubicBezTo>
                    <a:pt x="795" y="792"/>
                    <a:pt x="795" y="798"/>
                    <a:pt x="795" y="804"/>
                  </a:cubicBezTo>
                  <a:cubicBezTo>
                    <a:pt x="795" y="875"/>
                    <a:pt x="727" y="934"/>
                    <a:pt x="644" y="934"/>
                  </a:cubicBezTo>
                  <a:cubicBezTo>
                    <a:pt x="583" y="934"/>
                    <a:pt x="529" y="903"/>
                    <a:pt x="506" y="855"/>
                  </a:cubicBezTo>
                  <a:cubicBezTo>
                    <a:pt x="503" y="849"/>
                    <a:pt x="498" y="845"/>
                    <a:pt x="494" y="842"/>
                  </a:cubicBezTo>
                  <a:lnTo>
                    <a:pt x="494" y="625"/>
                  </a:lnTo>
                  <a:cubicBezTo>
                    <a:pt x="495" y="625"/>
                    <a:pt x="497" y="625"/>
                    <a:pt x="498" y="625"/>
                  </a:cubicBezTo>
                  <a:cubicBezTo>
                    <a:pt x="532" y="623"/>
                    <a:pt x="574" y="622"/>
                    <a:pt x="596" y="645"/>
                  </a:cubicBezTo>
                  <a:cubicBezTo>
                    <a:pt x="608" y="657"/>
                    <a:pt x="615" y="674"/>
                    <a:pt x="616" y="699"/>
                  </a:cubicBezTo>
                  <a:cubicBezTo>
                    <a:pt x="596" y="706"/>
                    <a:pt x="583" y="725"/>
                    <a:pt x="583" y="747"/>
                  </a:cubicBezTo>
                  <a:cubicBezTo>
                    <a:pt x="583" y="775"/>
                    <a:pt x="607" y="798"/>
                    <a:pt x="634" y="798"/>
                  </a:cubicBezTo>
                  <a:cubicBezTo>
                    <a:pt x="662" y="798"/>
                    <a:pt x="685" y="775"/>
                    <a:pt x="685" y="747"/>
                  </a:cubicBezTo>
                  <a:cubicBezTo>
                    <a:pt x="685" y="725"/>
                    <a:pt x="670" y="705"/>
                    <a:pt x="650" y="699"/>
                  </a:cubicBezTo>
                  <a:cubicBezTo>
                    <a:pt x="647" y="666"/>
                    <a:pt x="637" y="639"/>
                    <a:pt x="618" y="622"/>
                  </a:cubicBezTo>
                  <a:cubicBezTo>
                    <a:pt x="584" y="590"/>
                    <a:pt x="532" y="591"/>
                    <a:pt x="494" y="593"/>
                  </a:cubicBezTo>
                  <a:cubicBezTo>
                    <a:pt x="492" y="593"/>
                    <a:pt x="492" y="593"/>
                    <a:pt x="491" y="593"/>
                  </a:cubicBezTo>
                  <a:lnTo>
                    <a:pt x="491" y="485"/>
                  </a:lnTo>
                  <a:cubicBezTo>
                    <a:pt x="666" y="485"/>
                    <a:pt x="753" y="492"/>
                    <a:pt x="762" y="587"/>
                  </a:cubicBezTo>
                  <a:cubicBezTo>
                    <a:pt x="742" y="594"/>
                    <a:pt x="728" y="613"/>
                    <a:pt x="728" y="635"/>
                  </a:cubicBezTo>
                  <a:cubicBezTo>
                    <a:pt x="728" y="663"/>
                    <a:pt x="752" y="686"/>
                    <a:pt x="779" y="686"/>
                  </a:cubicBezTo>
                  <a:cubicBezTo>
                    <a:pt x="807" y="686"/>
                    <a:pt x="830" y="663"/>
                    <a:pt x="830" y="635"/>
                  </a:cubicBezTo>
                  <a:cubicBezTo>
                    <a:pt x="830" y="613"/>
                    <a:pt x="816" y="593"/>
                    <a:pt x="795" y="587"/>
                  </a:cubicBezTo>
                  <a:cubicBezTo>
                    <a:pt x="791" y="526"/>
                    <a:pt x="759" y="488"/>
                    <a:pt x="699" y="469"/>
                  </a:cubicBezTo>
                  <a:cubicBezTo>
                    <a:pt x="647" y="453"/>
                    <a:pt x="574" y="451"/>
                    <a:pt x="491" y="451"/>
                  </a:cubicBezTo>
                  <a:lnTo>
                    <a:pt x="491" y="345"/>
                  </a:lnTo>
                  <a:cubicBezTo>
                    <a:pt x="574" y="345"/>
                    <a:pt x="647" y="344"/>
                    <a:pt x="699" y="328"/>
                  </a:cubicBezTo>
                  <a:cubicBezTo>
                    <a:pt x="761" y="309"/>
                    <a:pt x="793" y="271"/>
                    <a:pt x="795" y="210"/>
                  </a:cubicBezTo>
                  <a:cubicBezTo>
                    <a:pt x="816" y="202"/>
                    <a:pt x="830" y="183"/>
                    <a:pt x="830" y="161"/>
                  </a:cubicBezTo>
                  <a:cubicBezTo>
                    <a:pt x="830" y="134"/>
                    <a:pt x="807" y="110"/>
                    <a:pt x="779" y="110"/>
                  </a:cubicBezTo>
                  <a:cubicBezTo>
                    <a:pt x="752" y="110"/>
                    <a:pt x="728" y="134"/>
                    <a:pt x="728" y="161"/>
                  </a:cubicBezTo>
                  <a:cubicBezTo>
                    <a:pt x="728" y="183"/>
                    <a:pt x="743" y="202"/>
                    <a:pt x="762" y="210"/>
                  </a:cubicBezTo>
                  <a:cubicBezTo>
                    <a:pt x="755" y="304"/>
                    <a:pt x="666" y="312"/>
                    <a:pt x="491" y="312"/>
                  </a:cubicBezTo>
                  <a:lnTo>
                    <a:pt x="491" y="207"/>
                  </a:lnTo>
                  <a:cubicBezTo>
                    <a:pt x="492" y="207"/>
                    <a:pt x="492" y="207"/>
                    <a:pt x="494" y="207"/>
                  </a:cubicBezTo>
                  <a:cubicBezTo>
                    <a:pt x="503" y="207"/>
                    <a:pt x="510" y="207"/>
                    <a:pt x="520" y="207"/>
                  </a:cubicBezTo>
                  <a:cubicBezTo>
                    <a:pt x="554" y="207"/>
                    <a:pt x="592" y="202"/>
                    <a:pt x="618" y="176"/>
                  </a:cubicBezTo>
                  <a:cubicBezTo>
                    <a:pt x="637" y="159"/>
                    <a:pt x="647" y="132"/>
                    <a:pt x="650" y="99"/>
                  </a:cubicBezTo>
                  <a:cubicBezTo>
                    <a:pt x="670" y="92"/>
                    <a:pt x="685" y="73"/>
                    <a:pt x="685" y="51"/>
                  </a:cubicBezTo>
                  <a:cubicBezTo>
                    <a:pt x="685" y="23"/>
                    <a:pt x="662" y="0"/>
                    <a:pt x="634" y="0"/>
                  </a:cubicBezTo>
                  <a:cubicBezTo>
                    <a:pt x="607" y="0"/>
                    <a:pt x="583" y="23"/>
                    <a:pt x="583" y="51"/>
                  </a:cubicBezTo>
                  <a:cubicBezTo>
                    <a:pt x="583" y="73"/>
                    <a:pt x="597" y="92"/>
                    <a:pt x="616" y="99"/>
                  </a:cubicBezTo>
                  <a:cubicBezTo>
                    <a:pt x="615" y="122"/>
                    <a:pt x="608" y="141"/>
                    <a:pt x="596" y="153"/>
                  </a:cubicBezTo>
                  <a:cubicBezTo>
                    <a:pt x="573" y="175"/>
                    <a:pt x="530" y="173"/>
                    <a:pt x="498" y="173"/>
                  </a:cubicBezTo>
                  <a:cubicBezTo>
                    <a:pt x="497" y="173"/>
                    <a:pt x="495" y="173"/>
                    <a:pt x="494" y="173"/>
                  </a:cubicBezTo>
                  <a:lnTo>
                    <a:pt x="494" y="99"/>
                  </a:lnTo>
                  <a:cubicBezTo>
                    <a:pt x="494" y="90"/>
                    <a:pt x="487" y="81"/>
                    <a:pt x="476" y="81"/>
                  </a:cubicBezTo>
                  <a:cubicBezTo>
                    <a:pt x="468" y="81"/>
                    <a:pt x="459" y="89"/>
                    <a:pt x="459" y="99"/>
                  </a:cubicBezTo>
                  <a:lnTo>
                    <a:pt x="459" y="846"/>
                  </a:lnTo>
                  <a:cubicBezTo>
                    <a:pt x="455" y="849"/>
                    <a:pt x="450" y="854"/>
                    <a:pt x="447" y="859"/>
                  </a:cubicBezTo>
                  <a:cubicBezTo>
                    <a:pt x="424" y="907"/>
                    <a:pt x="369" y="938"/>
                    <a:pt x="309" y="938"/>
                  </a:cubicBezTo>
                  <a:cubicBezTo>
                    <a:pt x="226" y="938"/>
                    <a:pt x="157" y="880"/>
                    <a:pt x="157" y="808"/>
                  </a:cubicBezTo>
                  <a:cubicBezTo>
                    <a:pt x="157" y="804"/>
                    <a:pt x="157" y="798"/>
                    <a:pt x="159" y="791"/>
                  </a:cubicBezTo>
                  <a:cubicBezTo>
                    <a:pt x="159" y="791"/>
                    <a:pt x="163" y="762"/>
                    <a:pt x="182" y="743"/>
                  </a:cubicBezTo>
                  <a:cubicBezTo>
                    <a:pt x="189" y="735"/>
                    <a:pt x="189" y="725"/>
                    <a:pt x="182" y="718"/>
                  </a:cubicBezTo>
                  <a:cubicBezTo>
                    <a:pt x="175" y="711"/>
                    <a:pt x="165" y="711"/>
                    <a:pt x="157" y="718"/>
                  </a:cubicBezTo>
                  <a:cubicBezTo>
                    <a:pt x="140" y="734"/>
                    <a:pt x="131" y="754"/>
                    <a:pt x="127" y="769"/>
                  </a:cubicBezTo>
                  <a:cubicBezTo>
                    <a:pt x="87" y="762"/>
                    <a:pt x="51" y="740"/>
                    <a:pt x="31" y="709"/>
                  </a:cubicBezTo>
                  <a:cubicBezTo>
                    <a:pt x="25" y="702"/>
                    <a:pt x="15" y="699"/>
                    <a:pt x="7" y="705"/>
                  </a:cubicBezTo>
                  <a:cubicBezTo>
                    <a:pt x="0" y="711"/>
                    <a:pt x="-3" y="721"/>
                    <a:pt x="3" y="728"/>
                  </a:cubicBezTo>
                  <a:cubicBezTo>
                    <a:pt x="31" y="766"/>
                    <a:pt x="73" y="792"/>
                    <a:pt x="122" y="801"/>
                  </a:cubicBezTo>
                  <a:cubicBezTo>
                    <a:pt x="122" y="803"/>
                    <a:pt x="122" y="804"/>
                    <a:pt x="122" y="805"/>
                  </a:cubicBezTo>
                  <a:cubicBezTo>
                    <a:pt x="122" y="896"/>
                    <a:pt x="205" y="969"/>
                    <a:pt x="307" y="969"/>
                  </a:cubicBezTo>
                  <a:cubicBezTo>
                    <a:pt x="380" y="969"/>
                    <a:pt x="446" y="932"/>
                    <a:pt x="475" y="874"/>
                  </a:cubicBezTo>
                  <a:cubicBezTo>
                    <a:pt x="506" y="932"/>
                    <a:pt x="571" y="969"/>
                    <a:pt x="643" y="969"/>
                  </a:cubicBezTo>
                  <a:cubicBezTo>
                    <a:pt x="744" y="969"/>
                    <a:pt x="828" y="896"/>
                    <a:pt x="828" y="805"/>
                  </a:cubicBezTo>
                  <a:cubicBezTo>
                    <a:pt x="828" y="804"/>
                    <a:pt x="828" y="803"/>
                    <a:pt x="828" y="801"/>
                  </a:cubicBezTo>
                  <a:cubicBezTo>
                    <a:pt x="848" y="797"/>
                    <a:pt x="867" y="791"/>
                    <a:pt x="884" y="782"/>
                  </a:cubicBezTo>
                  <a:cubicBezTo>
                    <a:pt x="893" y="778"/>
                    <a:pt x="897" y="768"/>
                    <a:pt x="892" y="759"/>
                  </a:cubicBezTo>
                  <a:cubicBezTo>
                    <a:pt x="888" y="750"/>
                    <a:pt x="877" y="746"/>
                    <a:pt x="870" y="750"/>
                  </a:cubicBezTo>
                  <a:moveTo>
                    <a:pt x="634" y="730"/>
                  </a:moveTo>
                  <a:cubicBezTo>
                    <a:pt x="643" y="730"/>
                    <a:pt x="651" y="737"/>
                    <a:pt x="651" y="747"/>
                  </a:cubicBezTo>
                  <a:cubicBezTo>
                    <a:pt x="651" y="756"/>
                    <a:pt x="644" y="765"/>
                    <a:pt x="634" y="765"/>
                  </a:cubicBezTo>
                  <a:cubicBezTo>
                    <a:pt x="624" y="765"/>
                    <a:pt x="616" y="757"/>
                    <a:pt x="616" y="747"/>
                  </a:cubicBezTo>
                  <a:cubicBezTo>
                    <a:pt x="616" y="738"/>
                    <a:pt x="624" y="730"/>
                    <a:pt x="634" y="730"/>
                  </a:cubicBezTo>
                  <a:moveTo>
                    <a:pt x="781" y="617"/>
                  </a:moveTo>
                  <a:cubicBezTo>
                    <a:pt x="790" y="617"/>
                    <a:pt x="798" y="625"/>
                    <a:pt x="798" y="635"/>
                  </a:cubicBezTo>
                  <a:cubicBezTo>
                    <a:pt x="798" y="644"/>
                    <a:pt x="791" y="652"/>
                    <a:pt x="781" y="652"/>
                  </a:cubicBezTo>
                  <a:cubicBezTo>
                    <a:pt x="771" y="652"/>
                    <a:pt x="763" y="645"/>
                    <a:pt x="763" y="635"/>
                  </a:cubicBezTo>
                  <a:cubicBezTo>
                    <a:pt x="763" y="625"/>
                    <a:pt x="771" y="617"/>
                    <a:pt x="781" y="617"/>
                  </a:cubicBezTo>
                  <a:moveTo>
                    <a:pt x="781" y="141"/>
                  </a:moveTo>
                  <a:cubicBezTo>
                    <a:pt x="790" y="141"/>
                    <a:pt x="798" y="148"/>
                    <a:pt x="798" y="159"/>
                  </a:cubicBezTo>
                  <a:cubicBezTo>
                    <a:pt x="798" y="167"/>
                    <a:pt x="791" y="176"/>
                    <a:pt x="781" y="176"/>
                  </a:cubicBezTo>
                  <a:cubicBezTo>
                    <a:pt x="771" y="176"/>
                    <a:pt x="763" y="169"/>
                    <a:pt x="763" y="159"/>
                  </a:cubicBezTo>
                  <a:cubicBezTo>
                    <a:pt x="763" y="150"/>
                    <a:pt x="771" y="141"/>
                    <a:pt x="781" y="141"/>
                  </a:cubicBezTo>
                  <a:moveTo>
                    <a:pt x="634" y="32"/>
                  </a:moveTo>
                  <a:cubicBezTo>
                    <a:pt x="643" y="32"/>
                    <a:pt x="651" y="39"/>
                    <a:pt x="651" y="49"/>
                  </a:cubicBezTo>
                  <a:cubicBezTo>
                    <a:pt x="651" y="58"/>
                    <a:pt x="644" y="67"/>
                    <a:pt x="634" y="67"/>
                  </a:cubicBezTo>
                  <a:cubicBezTo>
                    <a:pt x="624" y="67"/>
                    <a:pt x="616" y="59"/>
                    <a:pt x="616" y="49"/>
                  </a:cubicBezTo>
                  <a:cubicBezTo>
                    <a:pt x="616" y="39"/>
                    <a:pt x="624" y="32"/>
                    <a:pt x="634" y="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60000" rIns="120000" bIns="6000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37"/>
            <p:cNvSpPr/>
            <p:nvPr/>
          </p:nvSpPr>
          <p:spPr>
            <a:xfrm>
              <a:off x="7356960" y="3174480"/>
              <a:ext cx="83520" cy="254880"/>
            </a:xfrm>
            <a:custGeom>
              <a:avLst/>
              <a:gdLst/>
              <a:ahLst/>
              <a:cxnLst/>
              <a:rect l="l" t="t" r="r" b="b"/>
              <a:pathLst>
                <a:path w="232" h="708" extrusionOk="0">
                  <a:moveTo>
                    <a:pt x="118" y="694"/>
                  </a:moveTo>
                  <a:cubicBezTo>
                    <a:pt x="118" y="663"/>
                    <a:pt x="131" y="633"/>
                    <a:pt x="154" y="609"/>
                  </a:cubicBezTo>
                  <a:cubicBezTo>
                    <a:pt x="159" y="605"/>
                    <a:pt x="160" y="599"/>
                    <a:pt x="159" y="592"/>
                  </a:cubicBezTo>
                  <a:cubicBezTo>
                    <a:pt x="157" y="586"/>
                    <a:pt x="153" y="582"/>
                    <a:pt x="145" y="580"/>
                  </a:cubicBezTo>
                  <a:cubicBezTo>
                    <a:pt x="80" y="566"/>
                    <a:pt x="33" y="513"/>
                    <a:pt x="33" y="455"/>
                  </a:cubicBezTo>
                  <a:cubicBezTo>
                    <a:pt x="33" y="418"/>
                    <a:pt x="51" y="385"/>
                    <a:pt x="81" y="359"/>
                  </a:cubicBezTo>
                  <a:cubicBezTo>
                    <a:pt x="86" y="356"/>
                    <a:pt x="87" y="351"/>
                    <a:pt x="87" y="346"/>
                  </a:cubicBezTo>
                  <a:cubicBezTo>
                    <a:pt x="87" y="341"/>
                    <a:pt x="86" y="337"/>
                    <a:pt x="81" y="332"/>
                  </a:cubicBezTo>
                  <a:cubicBezTo>
                    <a:pt x="64" y="315"/>
                    <a:pt x="54" y="293"/>
                    <a:pt x="54" y="271"/>
                  </a:cubicBezTo>
                  <a:cubicBezTo>
                    <a:pt x="54" y="220"/>
                    <a:pt x="100" y="181"/>
                    <a:pt x="159" y="178"/>
                  </a:cubicBezTo>
                  <a:cubicBezTo>
                    <a:pt x="159" y="178"/>
                    <a:pt x="185" y="178"/>
                    <a:pt x="204" y="194"/>
                  </a:cubicBezTo>
                  <a:cubicBezTo>
                    <a:pt x="207" y="197"/>
                    <a:pt x="211" y="198"/>
                    <a:pt x="215" y="198"/>
                  </a:cubicBezTo>
                  <a:cubicBezTo>
                    <a:pt x="220" y="198"/>
                    <a:pt x="224" y="197"/>
                    <a:pt x="228" y="193"/>
                  </a:cubicBezTo>
                  <a:cubicBezTo>
                    <a:pt x="234" y="185"/>
                    <a:pt x="234" y="175"/>
                    <a:pt x="227" y="168"/>
                  </a:cubicBezTo>
                  <a:cubicBezTo>
                    <a:pt x="207" y="150"/>
                    <a:pt x="183" y="145"/>
                    <a:pt x="169" y="143"/>
                  </a:cubicBezTo>
                  <a:cubicBezTo>
                    <a:pt x="161" y="131"/>
                    <a:pt x="159" y="118"/>
                    <a:pt x="159" y="104"/>
                  </a:cubicBezTo>
                  <a:cubicBezTo>
                    <a:pt x="159" y="76"/>
                    <a:pt x="173" y="48"/>
                    <a:pt x="199" y="31"/>
                  </a:cubicBezTo>
                  <a:cubicBezTo>
                    <a:pt x="207" y="25"/>
                    <a:pt x="210" y="15"/>
                    <a:pt x="204" y="8"/>
                  </a:cubicBezTo>
                  <a:cubicBezTo>
                    <a:pt x="198" y="0"/>
                    <a:pt x="188" y="-3"/>
                    <a:pt x="180" y="3"/>
                  </a:cubicBezTo>
                  <a:cubicBezTo>
                    <a:pt x="145" y="28"/>
                    <a:pt x="125" y="64"/>
                    <a:pt x="125" y="104"/>
                  </a:cubicBezTo>
                  <a:cubicBezTo>
                    <a:pt x="125" y="118"/>
                    <a:pt x="128" y="131"/>
                    <a:pt x="132" y="145"/>
                  </a:cubicBezTo>
                  <a:cubicBezTo>
                    <a:pt x="67" y="156"/>
                    <a:pt x="20" y="207"/>
                    <a:pt x="20" y="268"/>
                  </a:cubicBezTo>
                  <a:cubicBezTo>
                    <a:pt x="20" y="295"/>
                    <a:pt x="29" y="319"/>
                    <a:pt x="46" y="341"/>
                  </a:cubicBezTo>
                  <a:cubicBezTo>
                    <a:pt x="16" y="372"/>
                    <a:pt x="0" y="411"/>
                    <a:pt x="0" y="452"/>
                  </a:cubicBezTo>
                  <a:cubicBezTo>
                    <a:pt x="0" y="518"/>
                    <a:pt x="45" y="577"/>
                    <a:pt x="112" y="602"/>
                  </a:cubicBezTo>
                  <a:cubicBezTo>
                    <a:pt x="94" y="628"/>
                    <a:pt x="84" y="659"/>
                    <a:pt x="84" y="689"/>
                  </a:cubicBezTo>
                  <a:cubicBezTo>
                    <a:pt x="84" y="698"/>
                    <a:pt x="92" y="707"/>
                    <a:pt x="102" y="707"/>
                  </a:cubicBezTo>
                  <a:cubicBezTo>
                    <a:pt x="110" y="710"/>
                    <a:pt x="118" y="703"/>
                    <a:pt x="118" y="69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60000" rIns="120000" bIns="6000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p37"/>
            <p:cNvSpPr/>
            <p:nvPr/>
          </p:nvSpPr>
          <p:spPr>
            <a:xfrm>
              <a:off x="7448760" y="3121200"/>
              <a:ext cx="329400" cy="336600"/>
            </a:xfrm>
            <a:custGeom>
              <a:avLst/>
              <a:gdLst/>
              <a:ahLst/>
              <a:cxnLst/>
              <a:rect l="l" t="t" r="r" b="b"/>
              <a:pathLst>
                <a:path w="915" h="935" extrusionOk="0">
                  <a:moveTo>
                    <a:pt x="915" y="603"/>
                  </a:moveTo>
                  <a:cubicBezTo>
                    <a:pt x="915" y="562"/>
                    <a:pt x="899" y="523"/>
                    <a:pt x="868" y="492"/>
                  </a:cubicBezTo>
                  <a:cubicBezTo>
                    <a:pt x="884" y="470"/>
                    <a:pt x="894" y="446"/>
                    <a:pt x="894" y="419"/>
                  </a:cubicBezTo>
                  <a:cubicBezTo>
                    <a:pt x="894" y="358"/>
                    <a:pt x="846" y="307"/>
                    <a:pt x="782" y="295"/>
                  </a:cubicBezTo>
                  <a:cubicBezTo>
                    <a:pt x="786" y="282"/>
                    <a:pt x="789" y="269"/>
                    <a:pt x="789" y="255"/>
                  </a:cubicBezTo>
                  <a:cubicBezTo>
                    <a:pt x="789" y="185"/>
                    <a:pt x="725" y="128"/>
                    <a:pt x="647" y="128"/>
                  </a:cubicBezTo>
                  <a:cubicBezTo>
                    <a:pt x="645" y="128"/>
                    <a:pt x="644" y="128"/>
                    <a:pt x="642" y="128"/>
                  </a:cubicBezTo>
                  <a:cubicBezTo>
                    <a:pt x="638" y="96"/>
                    <a:pt x="620" y="65"/>
                    <a:pt x="594" y="42"/>
                  </a:cubicBezTo>
                  <a:cubicBezTo>
                    <a:pt x="564" y="16"/>
                    <a:pt x="524" y="0"/>
                    <a:pt x="482" y="0"/>
                  </a:cubicBezTo>
                  <a:cubicBezTo>
                    <a:pt x="480" y="0"/>
                    <a:pt x="480" y="0"/>
                    <a:pt x="479" y="0"/>
                  </a:cubicBezTo>
                  <a:cubicBezTo>
                    <a:pt x="416" y="0"/>
                    <a:pt x="360" y="32"/>
                    <a:pt x="332" y="80"/>
                  </a:cubicBezTo>
                  <a:cubicBezTo>
                    <a:pt x="304" y="30"/>
                    <a:pt x="247" y="0"/>
                    <a:pt x="185" y="0"/>
                  </a:cubicBezTo>
                  <a:cubicBezTo>
                    <a:pt x="183" y="0"/>
                    <a:pt x="183" y="0"/>
                    <a:pt x="182" y="0"/>
                  </a:cubicBezTo>
                  <a:cubicBezTo>
                    <a:pt x="140" y="0"/>
                    <a:pt x="100" y="16"/>
                    <a:pt x="70" y="42"/>
                  </a:cubicBezTo>
                  <a:cubicBezTo>
                    <a:pt x="42" y="65"/>
                    <a:pt x="26" y="96"/>
                    <a:pt x="22" y="128"/>
                  </a:cubicBezTo>
                  <a:cubicBezTo>
                    <a:pt x="20" y="128"/>
                    <a:pt x="19" y="128"/>
                    <a:pt x="17" y="128"/>
                  </a:cubicBezTo>
                  <a:cubicBezTo>
                    <a:pt x="8" y="128"/>
                    <a:pt x="0" y="135"/>
                    <a:pt x="0" y="145"/>
                  </a:cubicBezTo>
                  <a:cubicBezTo>
                    <a:pt x="0" y="156"/>
                    <a:pt x="7" y="163"/>
                    <a:pt x="17" y="163"/>
                  </a:cubicBezTo>
                  <a:cubicBezTo>
                    <a:pt x="23" y="163"/>
                    <a:pt x="30" y="163"/>
                    <a:pt x="36" y="164"/>
                  </a:cubicBezTo>
                  <a:cubicBezTo>
                    <a:pt x="42" y="164"/>
                    <a:pt x="46" y="163"/>
                    <a:pt x="51" y="160"/>
                  </a:cubicBezTo>
                  <a:cubicBezTo>
                    <a:pt x="55" y="157"/>
                    <a:pt x="57" y="151"/>
                    <a:pt x="57" y="147"/>
                  </a:cubicBezTo>
                  <a:lnTo>
                    <a:pt x="57" y="145"/>
                  </a:lnTo>
                  <a:lnTo>
                    <a:pt x="57" y="144"/>
                  </a:lnTo>
                  <a:cubicBezTo>
                    <a:pt x="58" y="86"/>
                    <a:pt x="116" y="36"/>
                    <a:pt x="185" y="35"/>
                  </a:cubicBezTo>
                  <a:cubicBezTo>
                    <a:pt x="236" y="35"/>
                    <a:pt x="284" y="59"/>
                    <a:pt x="306" y="100"/>
                  </a:cubicBezTo>
                  <a:cubicBezTo>
                    <a:pt x="309" y="105"/>
                    <a:pt x="313" y="109"/>
                    <a:pt x="317" y="112"/>
                  </a:cubicBezTo>
                  <a:lnTo>
                    <a:pt x="317" y="218"/>
                  </a:lnTo>
                  <a:cubicBezTo>
                    <a:pt x="317" y="227"/>
                    <a:pt x="325" y="236"/>
                    <a:pt x="335" y="236"/>
                  </a:cubicBezTo>
                  <a:cubicBezTo>
                    <a:pt x="344" y="236"/>
                    <a:pt x="352" y="228"/>
                    <a:pt x="352" y="218"/>
                  </a:cubicBezTo>
                  <a:lnTo>
                    <a:pt x="352" y="112"/>
                  </a:lnTo>
                  <a:cubicBezTo>
                    <a:pt x="357" y="109"/>
                    <a:pt x="361" y="105"/>
                    <a:pt x="364" y="100"/>
                  </a:cubicBezTo>
                  <a:cubicBezTo>
                    <a:pt x="386" y="61"/>
                    <a:pt x="431" y="35"/>
                    <a:pt x="482" y="35"/>
                  </a:cubicBezTo>
                  <a:lnTo>
                    <a:pt x="483" y="35"/>
                  </a:lnTo>
                  <a:cubicBezTo>
                    <a:pt x="552" y="36"/>
                    <a:pt x="610" y="86"/>
                    <a:pt x="612" y="144"/>
                  </a:cubicBezTo>
                  <a:cubicBezTo>
                    <a:pt x="612" y="144"/>
                    <a:pt x="612" y="179"/>
                    <a:pt x="593" y="201"/>
                  </a:cubicBezTo>
                  <a:cubicBezTo>
                    <a:pt x="587" y="208"/>
                    <a:pt x="587" y="219"/>
                    <a:pt x="594" y="226"/>
                  </a:cubicBezTo>
                  <a:cubicBezTo>
                    <a:pt x="597" y="229"/>
                    <a:pt x="601" y="230"/>
                    <a:pt x="606" y="230"/>
                  </a:cubicBezTo>
                  <a:cubicBezTo>
                    <a:pt x="610" y="230"/>
                    <a:pt x="616" y="228"/>
                    <a:pt x="619" y="224"/>
                  </a:cubicBezTo>
                  <a:cubicBezTo>
                    <a:pt x="635" y="205"/>
                    <a:pt x="641" y="182"/>
                    <a:pt x="644" y="164"/>
                  </a:cubicBezTo>
                  <a:cubicBezTo>
                    <a:pt x="645" y="164"/>
                    <a:pt x="648" y="164"/>
                    <a:pt x="649" y="164"/>
                  </a:cubicBezTo>
                  <a:cubicBezTo>
                    <a:pt x="709" y="164"/>
                    <a:pt x="759" y="207"/>
                    <a:pt x="759" y="258"/>
                  </a:cubicBezTo>
                  <a:cubicBezTo>
                    <a:pt x="759" y="274"/>
                    <a:pt x="754" y="290"/>
                    <a:pt x="744" y="303"/>
                  </a:cubicBezTo>
                  <a:cubicBezTo>
                    <a:pt x="741" y="309"/>
                    <a:pt x="740" y="314"/>
                    <a:pt x="743" y="320"/>
                  </a:cubicBezTo>
                  <a:cubicBezTo>
                    <a:pt x="746" y="326"/>
                    <a:pt x="751" y="329"/>
                    <a:pt x="757" y="329"/>
                  </a:cubicBezTo>
                  <a:cubicBezTo>
                    <a:pt x="817" y="330"/>
                    <a:pt x="862" y="371"/>
                    <a:pt x="862" y="422"/>
                  </a:cubicBezTo>
                  <a:cubicBezTo>
                    <a:pt x="862" y="444"/>
                    <a:pt x="852" y="466"/>
                    <a:pt x="835" y="483"/>
                  </a:cubicBezTo>
                  <a:cubicBezTo>
                    <a:pt x="835" y="483"/>
                    <a:pt x="816" y="502"/>
                    <a:pt x="792" y="504"/>
                  </a:cubicBezTo>
                  <a:cubicBezTo>
                    <a:pt x="784" y="505"/>
                    <a:pt x="776" y="513"/>
                    <a:pt x="776" y="523"/>
                  </a:cubicBezTo>
                  <a:cubicBezTo>
                    <a:pt x="776" y="531"/>
                    <a:pt x="785" y="539"/>
                    <a:pt x="794" y="539"/>
                  </a:cubicBezTo>
                  <a:lnTo>
                    <a:pt x="795" y="539"/>
                  </a:lnTo>
                  <a:cubicBezTo>
                    <a:pt x="817" y="537"/>
                    <a:pt x="835" y="527"/>
                    <a:pt x="846" y="520"/>
                  </a:cubicBezTo>
                  <a:cubicBezTo>
                    <a:pt x="869" y="545"/>
                    <a:pt x="883" y="575"/>
                    <a:pt x="883" y="607"/>
                  </a:cubicBezTo>
                  <a:cubicBezTo>
                    <a:pt x="883" y="666"/>
                    <a:pt x="837" y="717"/>
                    <a:pt x="770" y="733"/>
                  </a:cubicBezTo>
                  <a:cubicBezTo>
                    <a:pt x="765" y="734"/>
                    <a:pt x="760" y="738"/>
                    <a:pt x="757" y="744"/>
                  </a:cubicBezTo>
                  <a:cubicBezTo>
                    <a:pt x="756" y="750"/>
                    <a:pt x="757" y="757"/>
                    <a:pt x="762" y="762"/>
                  </a:cubicBezTo>
                  <a:cubicBezTo>
                    <a:pt x="785" y="785"/>
                    <a:pt x="798" y="816"/>
                    <a:pt x="798" y="846"/>
                  </a:cubicBezTo>
                  <a:cubicBezTo>
                    <a:pt x="798" y="868"/>
                    <a:pt x="792" y="890"/>
                    <a:pt x="779" y="909"/>
                  </a:cubicBezTo>
                  <a:cubicBezTo>
                    <a:pt x="773" y="916"/>
                    <a:pt x="776" y="928"/>
                    <a:pt x="785" y="932"/>
                  </a:cubicBezTo>
                  <a:cubicBezTo>
                    <a:pt x="788" y="934"/>
                    <a:pt x="791" y="935"/>
                    <a:pt x="794" y="935"/>
                  </a:cubicBezTo>
                  <a:cubicBezTo>
                    <a:pt x="800" y="935"/>
                    <a:pt x="805" y="932"/>
                    <a:pt x="808" y="928"/>
                  </a:cubicBezTo>
                  <a:cubicBezTo>
                    <a:pt x="824" y="903"/>
                    <a:pt x="832" y="875"/>
                    <a:pt x="832" y="848"/>
                  </a:cubicBezTo>
                  <a:cubicBezTo>
                    <a:pt x="832" y="817"/>
                    <a:pt x="821" y="785"/>
                    <a:pt x="804" y="760"/>
                  </a:cubicBezTo>
                  <a:cubicBezTo>
                    <a:pt x="869" y="728"/>
                    <a:pt x="915" y="670"/>
                    <a:pt x="915" y="60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60000" rIns="120000" bIns="6000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37"/>
            <p:cNvSpPr/>
            <p:nvPr/>
          </p:nvSpPr>
          <p:spPr>
            <a:xfrm>
              <a:off x="7426800" y="3282120"/>
              <a:ext cx="50040" cy="56520"/>
            </a:xfrm>
            <a:custGeom>
              <a:avLst/>
              <a:gdLst/>
              <a:ahLst/>
              <a:cxnLst/>
              <a:rect l="l" t="t" r="r" b="b"/>
              <a:pathLst>
                <a:path w="139" h="157" extrusionOk="0">
                  <a:moveTo>
                    <a:pt x="0" y="140"/>
                  </a:moveTo>
                  <a:cubicBezTo>
                    <a:pt x="0" y="149"/>
                    <a:pt x="7" y="157"/>
                    <a:pt x="16" y="157"/>
                  </a:cubicBezTo>
                  <a:lnTo>
                    <a:pt x="17" y="157"/>
                  </a:lnTo>
                  <a:cubicBezTo>
                    <a:pt x="26" y="157"/>
                    <a:pt x="33" y="150"/>
                    <a:pt x="34" y="141"/>
                  </a:cubicBezTo>
                  <a:cubicBezTo>
                    <a:pt x="34" y="140"/>
                    <a:pt x="40" y="55"/>
                    <a:pt x="126" y="33"/>
                  </a:cubicBezTo>
                  <a:cubicBezTo>
                    <a:pt x="135" y="31"/>
                    <a:pt x="141" y="22"/>
                    <a:pt x="139" y="13"/>
                  </a:cubicBezTo>
                  <a:cubicBezTo>
                    <a:pt x="136" y="4"/>
                    <a:pt x="128" y="-1"/>
                    <a:pt x="119" y="0"/>
                  </a:cubicBezTo>
                  <a:cubicBezTo>
                    <a:pt x="61" y="15"/>
                    <a:pt x="32" y="51"/>
                    <a:pt x="17" y="80"/>
                  </a:cubicBezTo>
                  <a:cubicBezTo>
                    <a:pt x="1" y="111"/>
                    <a:pt x="0" y="138"/>
                    <a:pt x="0" y="14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15333" rIns="120000" bIns="15333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p37"/>
            <p:cNvSpPr/>
            <p:nvPr/>
          </p:nvSpPr>
          <p:spPr>
            <a:xfrm>
              <a:off x="7488720" y="3189960"/>
              <a:ext cx="39240" cy="45000"/>
            </a:xfrm>
            <a:custGeom>
              <a:avLst/>
              <a:gdLst/>
              <a:ahLst/>
              <a:cxnLst/>
              <a:rect l="l" t="t" r="r" b="b"/>
              <a:pathLst>
                <a:path w="109" h="125" extrusionOk="0">
                  <a:moveTo>
                    <a:pt x="93" y="0"/>
                  </a:moveTo>
                  <a:cubicBezTo>
                    <a:pt x="84" y="-2"/>
                    <a:pt x="75" y="5"/>
                    <a:pt x="74" y="16"/>
                  </a:cubicBezTo>
                  <a:cubicBezTo>
                    <a:pt x="69" y="69"/>
                    <a:pt x="13" y="90"/>
                    <a:pt x="11" y="91"/>
                  </a:cubicBezTo>
                  <a:cubicBezTo>
                    <a:pt x="2" y="94"/>
                    <a:pt x="-2" y="104"/>
                    <a:pt x="1" y="113"/>
                  </a:cubicBezTo>
                  <a:cubicBezTo>
                    <a:pt x="4" y="120"/>
                    <a:pt x="10" y="125"/>
                    <a:pt x="17" y="125"/>
                  </a:cubicBezTo>
                  <a:cubicBezTo>
                    <a:pt x="18" y="125"/>
                    <a:pt x="21" y="125"/>
                    <a:pt x="23" y="123"/>
                  </a:cubicBezTo>
                  <a:cubicBezTo>
                    <a:pt x="26" y="122"/>
                    <a:pt x="101" y="94"/>
                    <a:pt x="109" y="19"/>
                  </a:cubicBezTo>
                  <a:cubicBezTo>
                    <a:pt x="109" y="8"/>
                    <a:pt x="101" y="0"/>
                    <a:pt x="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0" rIns="120000" bIns="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p37"/>
            <p:cNvSpPr/>
            <p:nvPr/>
          </p:nvSpPr>
          <p:spPr>
            <a:xfrm>
              <a:off x="7488000" y="3407040"/>
              <a:ext cx="37800" cy="57960"/>
            </a:xfrm>
            <a:custGeom>
              <a:avLst/>
              <a:gdLst/>
              <a:ahLst/>
              <a:cxnLst/>
              <a:rect l="l" t="t" r="r" b="b"/>
              <a:pathLst>
                <a:path w="105" h="161" extrusionOk="0">
                  <a:moveTo>
                    <a:pt x="80" y="160"/>
                  </a:moveTo>
                  <a:cubicBezTo>
                    <a:pt x="83" y="161"/>
                    <a:pt x="84" y="161"/>
                    <a:pt x="87" y="161"/>
                  </a:cubicBezTo>
                  <a:cubicBezTo>
                    <a:pt x="93" y="161"/>
                    <a:pt x="100" y="159"/>
                    <a:pt x="103" y="151"/>
                  </a:cubicBezTo>
                  <a:cubicBezTo>
                    <a:pt x="108" y="142"/>
                    <a:pt x="103" y="132"/>
                    <a:pt x="95" y="128"/>
                  </a:cubicBezTo>
                  <a:cubicBezTo>
                    <a:pt x="29" y="96"/>
                    <a:pt x="35" y="22"/>
                    <a:pt x="35" y="19"/>
                  </a:cubicBezTo>
                  <a:cubicBezTo>
                    <a:pt x="36" y="10"/>
                    <a:pt x="29" y="1"/>
                    <a:pt x="19" y="0"/>
                  </a:cubicBezTo>
                  <a:cubicBezTo>
                    <a:pt x="10" y="-2"/>
                    <a:pt x="1" y="6"/>
                    <a:pt x="0" y="16"/>
                  </a:cubicBezTo>
                  <a:cubicBezTo>
                    <a:pt x="1" y="20"/>
                    <a:pt x="-7" y="118"/>
                    <a:pt x="80" y="16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17267" rIns="120000" bIns="17267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37"/>
            <p:cNvSpPr/>
            <p:nvPr/>
          </p:nvSpPr>
          <p:spPr>
            <a:xfrm>
              <a:off x="7498800" y="3323160"/>
              <a:ext cx="26640" cy="38520"/>
            </a:xfrm>
            <a:custGeom>
              <a:avLst/>
              <a:gdLst/>
              <a:ahLst/>
              <a:cxnLst/>
              <a:rect l="l" t="t" r="r" b="b"/>
              <a:pathLst>
                <a:path w="74" h="107" extrusionOk="0">
                  <a:moveTo>
                    <a:pt x="9" y="74"/>
                  </a:moveTo>
                  <a:cubicBezTo>
                    <a:pt x="1" y="78"/>
                    <a:pt x="-2" y="88"/>
                    <a:pt x="1" y="97"/>
                  </a:cubicBezTo>
                  <a:cubicBezTo>
                    <a:pt x="3" y="103"/>
                    <a:pt x="9" y="107"/>
                    <a:pt x="17" y="107"/>
                  </a:cubicBezTo>
                  <a:cubicBezTo>
                    <a:pt x="20" y="107"/>
                    <a:pt x="21" y="107"/>
                    <a:pt x="24" y="106"/>
                  </a:cubicBezTo>
                  <a:cubicBezTo>
                    <a:pt x="79" y="80"/>
                    <a:pt x="75" y="19"/>
                    <a:pt x="73" y="16"/>
                  </a:cubicBezTo>
                  <a:cubicBezTo>
                    <a:pt x="72" y="7"/>
                    <a:pt x="65" y="0"/>
                    <a:pt x="54" y="0"/>
                  </a:cubicBezTo>
                  <a:cubicBezTo>
                    <a:pt x="46" y="1"/>
                    <a:pt x="38" y="8"/>
                    <a:pt x="38" y="19"/>
                  </a:cubicBezTo>
                  <a:cubicBezTo>
                    <a:pt x="41" y="19"/>
                    <a:pt x="44" y="58"/>
                    <a:pt x="9" y="7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0" rIns="120000" bIns="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37"/>
            <p:cNvSpPr/>
            <p:nvPr/>
          </p:nvSpPr>
          <p:spPr>
            <a:xfrm>
              <a:off x="7648920" y="333036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35" h="35" extrusionOk="0">
                  <a:moveTo>
                    <a:pt x="0" y="17"/>
                  </a:moveTo>
                  <a:cubicBezTo>
                    <a:pt x="0" y="26"/>
                    <a:pt x="8" y="35"/>
                    <a:pt x="18" y="35"/>
                  </a:cubicBezTo>
                  <a:cubicBezTo>
                    <a:pt x="26" y="35"/>
                    <a:pt x="35" y="28"/>
                    <a:pt x="35" y="17"/>
                  </a:cubicBezTo>
                  <a:cubicBezTo>
                    <a:pt x="35" y="7"/>
                    <a:pt x="28" y="0"/>
                    <a:pt x="18" y="0"/>
                  </a:cubicBezTo>
                  <a:cubicBezTo>
                    <a:pt x="8" y="1"/>
                    <a:pt x="0" y="9"/>
                    <a:pt x="0" y="1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0" rIns="120000" bIns="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p37"/>
            <p:cNvSpPr/>
            <p:nvPr/>
          </p:nvSpPr>
          <p:spPr>
            <a:xfrm>
              <a:off x="7691040" y="333036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35" h="35" extrusionOk="0">
                  <a:moveTo>
                    <a:pt x="17" y="35"/>
                  </a:moveTo>
                  <a:cubicBezTo>
                    <a:pt x="26" y="35"/>
                    <a:pt x="35" y="28"/>
                    <a:pt x="35" y="17"/>
                  </a:cubicBezTo>
                  <a:cubicBezTo>
                    <a:pt x="35" y="7"/>
                    <a:pt x="27" y="0"/>
                    <a:pt x="17" y="0"/>
                  </a:cubicBezTo>
                  <a:cubicBezTo>
                    <a:pt x="7" y="0"/>
                    <a:pt x="0" y="7"/>
                    <a:pt x="0" y="17"/>
                  </a:cubicBezTo>
                  <a:cubicBezTo>
                    <a:pt x="0" y="28"/>
                    <a:pt x="7" y="35"/>
                    <a:pt x="17" y="3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0" rIns="120000" bIns="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37"/>
            <p:cNvSpPr/>
            <p:nvPr/>
          </p:nvSpPr>
          <p:spPr>
            <a:xfrm>
              <a:off x="7617960" y="350028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35" h="35" extrusionOk="0">
                  <a:moveTo>
                    <a:pt x="0" y="18"/>
                  </a:moveTo>
                  <a:cubicBezTo>
                    <a:pt x="0" y="26"/>
                    <a:pt x="8" y="35"/>
                    <a:pt x="18" y="35"/>
                  </a:cubicBezTo>
                  <a:cubicBezTo>
                    <a:pt x="27" y="35"/>
                    <a:pt x="35" y="29"/>
                    <a:pt x="35" y="18"/>
                  </a:cubicBezTo>
                  <a:cubicBezTo>
                    <a:pt x="35" y="8"/>
                    <a:pt x="28" y="0"/>
                    <a:pt x="18" y="0"/>
                  </a:cubicBezTo>
                  <a:cubicBezTo>
                    <a:pt x="8" y="0"/>
                    <a:pt x="0" y="9"/>
                    <a:pt x="0" y="1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0" rIns="120000" bIns="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37"/>
            <p:cNvSpPr/>
            <p:nvPr/>
          </p:nvSpPr>
          <p:spPr>
            <a:xfrm>
              <a:off x="7617600" y="316080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35" h="35" extrusionOk="0">
                  <a:moveTo>
                    <a:pt x="35" y="18"/>
                  </a:moveTo>
                  <a:cubicBezTo>
                    <a:pt x="35" y="9"/>
                    <a:pt x="28" y="0"/>
                    <a:pt x="17" y="0"/>
                  </a:cubicBezTo>
                  <a:cubicBezTo>
                    <a:pt x="9" y="0"/>
                    <a:pt x="0" y="8"/>
                    <a:pt x="0" y="18"/>
                  </a:cubicBezTo>
                  <a:cubicBezTo>
                    <a:pt x="0" y="28"/>
                    <a:pt x="7" y="35"/>
                    <a:pt x="17" y="35"/>
                  </a:cubicBezTo>
                  <a:cubicBezTo>
                    <a:pt x="28" y="34"/>
                    <a:pt x="35" y="27"/>
                    <a:pt x="35" y="1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0" rIns="120000" bIns="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42" name="Google Shape;542;p37"/>
          <p:cNvGrpSpPr/>
          <p:nvPr/>
        </p:nvGrpSpPr>
        <p:grpSpPr>
          <a:xfrm>
            <a:off x="6493365" y="3150897"/>
            <a:ext cx="384960" cy="563520"/>
            <a:chOff x="5766480" y="2491920"/>
            <a:chExt cx="288720" cy="422640"/>
          </a:xfrm>
        </p:grpSpPr>
        <p:sp>
          <p:nvSpPr>
            <p:cNvPr id="543" name="Google Shape;543;p37"/>
            <p:cNvSpPr/>
            <p:nvPr/>
          </p:nvSpPr>
          <p:spPr>
            <a:xfrm>
              <a:off x="5946480" y="2553480"/>
              <a:ext cx="32760" cy="30960"/>
            </a:xfrm>
            <a:custGeom>
              <a:avLst/>
              <a:gdLst/>
              <a:ahLst/>
              <a:cxnLst/>
              <a:rect l="l" t="t" r="r" b="b"/>
              <a:pathLst>
                <a:path w="91" h="86" extrusionOk="0">
                  <a:moveTo>
                    <a:pt x="34" y="16"/>
                  </a:moveTo>
                  <a:cubicBezTo>
                    <a:pt x="32" y="7"/>
                    <a:pt x="23" y="0"/>
                    <a:pt x="15" y="1"/>
                  </a:cubicBezTo>
                  <a:cubicBezTo>
                    <a:pt x="6" y="3"/>
                    <a:pt x="-1" y="12"/>
                    <a:pt x="0" y="20"/>
                  </a:cubicBezTo>
                  <a:cubicBezTo>
                    <a:pt x="0" y="23"/>
                    <a:pt x="9" y="76"/>
                    <a:pt x="70" y="86"/>
                  </a:cubicBezTo>
                  <a:cubicBezTo>
                    <a:pt x="72" y="86"/>
                    <a:pt x="72" y="86"/>
                    <a:pt x="73" y="86"/>
                  </a:cubicBezTo>
                  <a:cubicBezTo>
                    <a:pt x="82" y="86"/>
                    <a:pt x="89" y="79"/>
                    <a:pt x="90" y="71"/>
                  </a:cubicBezTo>
                  <a:cubicBezTo>
                    <a:pt x="92" y="62"/>
                    <a:pt x="86" y="52"/>
                    <a:pt x="77" y="51"/>
                  </a:cubicBezTo>
                  <a:cubicBezTo>
                    <a:pt x="41" y="47"/>
                    <a:pt x="35" y="20"/>
                    <a:pt x="34" y="1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0" rIns="120000" bIns="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37"/>
            <p:cNvSpPr/>
            <p:nvPr/>
          </p:nvSpPr>
          <p:spPr>
            <a:xfrm>
              <a:off x="5886000" y="2747520"/>
              <a:ext cx="50400" cy="19800"/>
            </a:xfrm>
            <a:custGeom>
              <a:avLst/>
              <a:gdLst/>
              <a:ahLst/>
              <a:cxnLst/>
              <a:rect l="l" t="t" r="r" b="b"/>
              <a:pathLst>
                <a:path w="140" h="55" extrusionOk="0">
                  <a:moveTo>
                    <a:pt x="4" y="7"/>
                  </a:moveTo>
                  <a:cubicBezTo>
                    <a:pt x="-2" y="15"/>
                    <a:pt x="-2" y="25"/>
                    <a:pt x="5" y="32"/>
                  </a:cubicBezTo>
                  <a:cubicBezTo>
                    <a:pt x="22" y="47"/>
                    <a:pt x="46" y="55"/>
                    <a:pt x="69" y="55"/>
                  </a:cubicBezTo>
                  <a:cubicBezTo>
                    <a:pt x="92" y="55"/>
                    <a:pt x="114" y="47"/>
                    <a:pt x="133" y="32"/>
                  </a:cubicBezTo>
                  <a:cubicBezTo>
                    <a:pt x="140" y="26"/>
                    <a:pt x="142" y="15"/>
                    <a:pt x="135" y="7"/>
                  </a:cubicBezTo>
                  <a:cubicBezTo>
                    <a:pt x="129" y="0"/>
                    <a:pt x="117" y="-2"/>
                    <a:pt x="110" y="6"/>
                  </a:cubicBezTo>
                  <a:cubicBezTo>
                    <a:pt x="98" y="16"/>
                    <a:pt x="84" y="20"/>
                    <a:pt x="69" y="20"/>
                  </a:cubicBezTo>
                  <a:cubicBezTo>
                    <a:pt x="55" y="20"/>
                    <a:pt x="40" y="15"/>
                    <a:pt x="28" y="6"/>
                  </a:cubicBezTo>
                  <a:cubicBezTo>
                    <a:pt x="21" y="-2"/>
                    <a:pt x="9" y="0"/>
                    <a:pt x="4" y="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0" rIns="120000" bIns="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37"/>
            <p:cNvSpPr/>
            <p:nvPr/>
          </p:nvSpPr>
          <p:spPr>
            <a:xfrm>
              <a:off x="5897880" y="2715120"/>
              <a:ext cx="27360" cy="15120"/>
            </a:xfrm>
            <a:custGeom>
              <a:avLst/>
              <a:gdLst/>
              <a:ahLst/>
              <a:cxnLst/>
              <a:rect l="l" t="t" r="r" b="b"/>
              <a:pathLst>
                <a:path w="76" h="42" extrusionOk="0">
                  <a:moveTo>
                    <a:pt x="26" y="38"/>
                  </a:moveTo>
                  <a:cubicBezTo>
                    <a:pt x="27" y="36"/>
                    <a:pt x="32" y="33"/>
                    <a:pt x="36" y="33"/>
                  </a:cubicBezTo>
                  <a:cubicBezTo>
                    <a:pt x="40" y="33"/>
                    <a:pt x="45" y="35"/>
                    <a:pt x="46" y="38"/>
                  </a:cubicBezTo>
                  <a:cubicBezTo>
                    <a:pt x="49" y="40"/>
                    <a:pt x="54" y="42"/>
                    <a:pt x="58" y="42"/>
                  </a:cubicBezTo>
                  <a:cubicBezTo>
                    <a:pt x="62" y="42"/>
                    <a:pt x="68" y="40"/>
                    <a:pt x="71" y="36"/>
                  </a:cubicBezTo>
                  <a:cubicBezTo>
                    <a:pt x="77" y="29"/>
                    <a:pt x="77" y="19"/>
                    <a:pt x="70" y="11"/>
                  </a:cubicBezTo>
                  <a:cubicBezTo>
                    <a:pt x="61" y="4"/>
                    <a:pt x="49" y="0"/>
                    <a:pt x="38" y="0"/>
                  </a:cubicBezTo>
                  <a:cubicBezTo>
                    <a:pt x="26" y="0"/>
                    <a:pt x="14" y="4"/>
                    <a:pt x="6" y="11"/>
                  </a:cubicBezTo>
                  <a:cubicBezTo>
                    <a:pt x="-2" y="17"/>
                    <a:pt x="-3" y="29"/>
                    <a:pt x="4" y="36"/>
                  </a:cubicBezTo>
                  <a:cubicBezTo>
                    <a:pt x="8" y="43"/>
                    <a:pt x="19" y="43"/>
                    <a:pt x="26" y="3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0" rIns="120000" bIns="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37"/>
            <p:cNvSpPr/>
            <p:nvPr/>
          </p:nvSpPr>
          <p:spPr>
            <a:xfrm>
              <a:off x="5867280" y="2687040"/>
              <a:ext cx="12600" cy="25920"/>
            </a:xfrm>
            <a:custGeom>
              <a:avLst/>
              <a:gdLst/>
              <a:ahLst/>
              <a:cxnLst/>
              <a:rect l="l" t="t" r="r" b="b"/>
              <a:pathLst>
                <a:path w="35" h="72" extrusionOk="0">
                  <a:moveTo>
                    <a:pt x="0" y="18"/>
                  </a:moveTo>
                  <a:lnTo>
                    <a:pt x="0" y="54"/>
                  </a:lnTo>
                  <a:cubicBezTo>
                    <a:pt x="0" y="63"/>
                    <a:pt x="8" y="72"/>
                    <a:pt x="18" y="72"/>
                  </a:cubicBezTo>
                  <a:cubicBezTo>
                    <a:pt x="29" y="72"/>
                    <a:pt x="35" y="65"/>
                    <a:pt x="35" y="54"/>
                  </a:cubicBezTo>
                  <a:lnTo>
                    <a:pt x="35" y="18"/>
                  </a:lnTo>
                  <a:cubicBezTo>
                    <a:pt x="35" y="9"/>
                    <a:pt x="29" y="0"/>
                    <a:pt x="18" y="0"/>
                  </a:cubicBezTo>
                  <a:cubicBezTo>
                    <a:pt x="8" y="0"/>
                    <a:pt x="0" y="9"/>
                    <a:pt x="0" y="1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0" rIns="120000" bIns="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p37"/>
            <p:cNvSpPr/>
            <p:nvPr/>
          </p:nvSpPr>
          <p:spPr>
            <a:xfrm>
              <a:off x="5942520" y="2687040"/>
              <a:ext cx="12240" cy="25920"/>
            </a:xfrm>
            <a:custGeom>
              <a:avLst/>
              <a:gdLst/>
              <a:ahLst/>
              <a:cxnLst/>
              <a:rect l="l" t="t" r="r" b="b"/>
              <a:pathLst>
                <a:path w="34" h="72" extrusionOk="0">
                  <a:moveTo>
                    <a:pt x="0" y="18"/>
                  </a:moveTo>
                  <a:lnTo>
                    <a:pt x="0" y="54"/>
                  </a:lnTo>
                  <a:cubicBezTo>
                    <a:pt x="0" y="63"/>
                    <a:pt x="7" y="72"/>
                    <a:pt x="17" y="72"/>
                  </a:cubicBezTo>
                  <a:cubicBezTo>
                    <a:pt x="27" y="72"/>
                    <a:pt x="34" y="65"/>
                    <a:pt x="34" y="54"/>
                  </a:cubicBezTo>
                  <a:lnTo>
                    <a:pt x="34" y="18"/>
                  </a:lnTo>
                  <a:cubicBezTo>
                    <a:pt x="34" y="9"/>
                    <a:pt x="27" y="0"/>
                    <a:pt x="17" y="0"/>
                  </a:cubicBezTo>
                  <a:cubicBezTo>
                    <a:pt x="7" y="0"/>
                    <a:pt x="0" y="9"/>
                    <a:pt x="0" y="1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0" rIns="120000" bIns="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37"/>
            <p:cNvSpPr/>
            <p:nvPr/>
          </p:nvSpPr>
          <p:spPr>
            <a:xfrm>
              <a:off x="5766480" y="2598840"/>
              <a:ext cx="288720" cy="315720"/>
            </a:xfrm>
            <a:custGeom>
              <a:avLst/>
              <a:gdLst/>
              <a:ahLst/>
              <a:cxnLst/>
              <a:rect l="l" t="t" r="r" b="b"/>
              <a:pathLst>
                <a:path w="802" h="877" extrusionOk="0">
                  <a:moveTo>
                    <a:pt x="749" y="601"/>
                  </a:moveTo>
                  <a:cubicBezTo>
                    <a:pt x="727" y="601"/>
                    <a:pt x="709" y="615"/>
                    <a:pt x="701" y="634"/>
                  </a:cubicBezTo>
                  <a:cubicBezTo>
                    <a:pt x="609" y="630"/>
                    <a:pt x="608" y="575"/>
                    <a:pt x="608" y="487"/>
                  </a:cubicBezTo>
                  <a:cubicBezTo>
                    <a:pt x="617" y="477"/>
                    <a:pt x="624" y="467"/>
                    <a:pt x="631" y="455"/>
                  </a:cubicBezTo>
                  <a:cubicBezTo>
                    <a:pt x="636" y="448"/>
                    <a:pt x="634" y="436"/>
                    <a:pt x="625" y="432"/>
                  </a:cubicBezTo>
                  <a:cubicBezTo>
                    <a:pt x="618" y="428"/>
                    <a:pt x="607" y="429"/>
                    <a:pt x="602" y="438"/>
                  </a:cubicBezTo>
                  <a:cubicBezTo>
                    <a:pt x="553" y="516"/>
                    <a:pt x="480" y="562"/>
                    <a:pt x="401" y="562"/>
                  </a:cubicBezTo>
                  <a:cubicBezTo>
                    <a:pt x="258" y="562"/>
                    <a:pt x="143" y="413"/>
                    <a:pt x="143" y="229"/>
                  </a:cubicBezTo>
                  <a:lnTo>
                    <a:pt x="143" y="225"/>
                  </a:lnTo>
                  <a:cubicBezTo>
                    <a:pt x="149" y="225"/>
                    <a:pt x="156" y="226"/>
                    <a:pt x="162" y="226"/>
                  </a:cubicBezTo>
                  <a:cubicBezTo>
                    <a:pt x="220" y="226"/>
                    <a:pt x="274" y="194"/>
                    <a:pt x="302" y="145"/>
                  </a:cubicBezTo>
                  <a:cubicBezTo>
                    <a:pt x="328" y="161"/>
                    <a:pt x="357" y="168"/>
                    <a:pt x="389" y="168"/>
                  </a:cubicBezTo>
                  <a:cubicBezTo>
                    <a:pt x="419" y="168"/>
                    <a:pt x="446" y="161"/>
                    <a:pt x="471" y="148"/>
                  </a:cubicBezTo>
                  <a:cubicBezTo>
                    <a:pt x="505" y="199"/>
                    <a:pt x="560" y="229"/>
                    <a:pt x="621" y="229"/>
                  </a:cubicBezTo>
                  <a:cubicBezTo>
                    <a:pt x="634" y="229"/>
                    <a:pt x="647" y="228"/>
                    <a:pt x="660" y="225"/>
                  </a:cubicBezTo>
                  <a:lnTo>
                    <a:pt x="660" y="231"/>
                  </a:lnTo>
                  <a:cubicBezTo>
                    <a:pt x="660" y="280"/>
                    <a:pt x="652" y="327"/>
                    <a:pt x="636" y="372"/>
                  </a:cubicBezTo>
                  <a:cubicBezTo>
                    <a:pt x="633" y="381"/>
                    <a:pt x="637" y="391"/>
                    <a:pt x="646" y="394"/>
                  </a:cubicBezTo>
                  <a:cubicBezTo>
                    <a:pt x="647" y="394"/>
                    <a:pt x="650" y="395"/>
                    <a:pt x="652" y="395"/>
                  </a:cubicBezTo>
                  <a:cubicBezTo>
                    <a:pt x="659" y="395"/>
                    <a:pt x="665" y="391"/>
                    <a:pt x="668" y="384"/>
                  </a:cubicBezTo>
                  <a:cubicBezTo>
                    <a:pt x="672" y="371"/>
                    <a:pt x="676" y="358"/>
                    <a:pt x="679" y="344"/>
                  </a:cubicBezTo>
                  <a:cubicBezTo>
                    <a:pt x="687" y="346"/>
                    <a:pt x="692" y="347"/>
                    <a:pt x="700" y="347"/>
                  </a:cubicBezTo>
                  <a:cubicBezTo>
                    <a:pt x="745" y="347"/>
                    <a:pt x="781" y="311"/>
                    <a:pt x="781" y="266"/>
                  </a:cubicBezTo>
                  <a:cubicBezTo>
                    <a:pt x="781" y="232"/>
                    <a:pt x="761" y="203"/>
                    <a:pt x="732" y="192"/>
                  </a:cubicBezTo>
                  <a:cubicBezTo>
                    <a:pt x="773" y="158"/>
                    <a:pt x="800" y="108"/>
                    <a:pt x="800" y="52"/>
                  </a:cubicBezTo>
                  <a:cubicBezTo>
                    <a:pt x="800" y="39"/>
                    <a:pt x="799" y="25"/>
                    <a:pt x="796" y="14"/>
                  </a:cubicBezTo>
                  <a:cubicBezTo>
                    <a:pt x="794" y="5"/>
                    <a:pt x="785" y="-1"/>
                    <a:pt x="776" y="1"/>
                  </a:cubicBezTo>
                  <a:cubicBezTo>
                    <a:pt x="768" y="2"/>
                    <a:pt x="761" y="12"/>
                    <a:pt x="762" y="21"/>
                  </a:cubicBezTo>
                  <a:cubicBezTo>
                    <a:pt x="765" y="31"/>
                    <a:pt x="765" y="41"/>
                    <a:pt x="765" y="52"/>
                  </a:cubicBezTo>
                  <a:cubicBezTo>
                    <a:pt x="765" y="132"/>
                    <a:pt x="700" y="197"/>
                    <a:pt x="620" y="197"/>
                  </a:cubicBezTo>
                  <a:cubicBezTo>
                    <a:pt x="566" y="197"/>
                    <a:pt x="516" y="167"/>
                    <a:pt x="490" y="119"/>
                  </a:cubicBezTo>
                  <a:cubicBezTo>
                    <a:pt x="487" y="114"/>
                    <a:pt x="484" y="111"/>
                    <a:pt x="478" y="110"/>
                  </a:cubicBezTo>
                  <a:cubicBezTo>
                    <a:pt x="474" y="108"/>
                    <a:pt x="468" y="110"/>
                    <a:pt x="464" y="113"/>
                  </a:cubicBezTo>
                  <a:cubicBezTo>
                    <a:pt x="440" y="129"/>
                    <a:pt x="414" y="138"/>
                    <a:pt x="385" y="138"/>
                  </a:cubicBezTo>
                  <a:cubicBezTo>
                    <a:pt x="354" y="138"/>
                    <a:pt x="325" y="127"/>
                    <a:pt x="302" y="110"/>
                  </a:cubicBezTo>
                  <a:cubicBezTo>
                    <a:pt x="298" y="107"/>
                    <a:pt x="292" y="106"/>
                    <a:pt x="287" y="107"/>
                  </a:cubicBezTo>
                  <a:cubicBezTo>
                    <a:pt x="282" y="108"/>
                    <a:pt x="279" y="113"/>
                    <a:pt x="276" y="117"/>
                  </a:cubicBezTo>
                  <a:cubicBezTo>
                    <a:pt x="257" y="165"/>
                    <a:pt x="210" y="196"/>
                    <a:pt x="159" y="196"/>
                  </a:cubicBezTo>
                  <a:cubicBezTo>
                    <a:pt x="92" y="196"/>
                    <a:pt x="37" y="143"/>
                    <a:pt x="34" y="76"/>
                  </a:cubicBezTo>
                  <a:cubicBezTo>
                    <a:pt x="34" y="68"/>
                    <a:pt x="25" y="60"/>
                    <a:pt x="16" y="60"/>
                  </a:cubicBezTo>
                  <a:cubicBezTo>
                    <a:pt x="8" y="60"/>
                    <a:pt x="0" y="69"/>
                    <a:pt x="0" y="78"/>
                  </a:cubicBezTo>
                  <a:cubicBezTo>
                    <a:pt x="3" y="126"/>
                    <a:pt x="27" y="168"/>
                    <a:pt x="63" y="196"/>
                  </a:cubicBezTo>
                  <a:cubicBezTo>
                    <a:pt x="38" y="209"/>
                    <a:pt x="21" y="237"/>
                    <a:pt x="21" y="267"/>
                  </a:cubicBezTo>
                  <a:cubicBezTo>
                    <a:pt x="21" y="312"/>
                    <a:pt x="57" y="349"/>
                    <a:pt x="102" y="349"/>
                  </a:cubicBezTo>
                  <a:cubicBezTo>
                    <a:pt x="110" y="349"/>
                    <a:pt x="116" y="347"/>
                    <a:pt x="123" y="346"/>
                  </a:cubicBezTo>
                  <a:cubicBezTo>
                    <a:pt x="137" y="400"/>
                    <a:pt x="161" y="449"/>
                    <a:pt x="193" y="490"/>
                  </a:cubicBezTo>
                  <a:cubicBezTo>
                    <a:pt x="194" y="492"/>
                    <a:pt x="196" y="493"/>
                    <a:pt x="197" y="495"/>
                  </a:cubicBezTo>
                  <a:cubicBezTo>
                    <a:pt x="197" y="580"/>
                    <a:pt x="194" y="633"/>
                    <a:pt x="104" y="639"/>
                  </a:cubicBezTo>
                  <a:cubicBezTo>
                    <a:pt x="97" y="618"/>
                    <a:pt x="78" y="605"/>
                    <a:pt x="56" y="605"/>
                  </a:cubicBezTo>
                  <a:cubicBezTo>
                    <a:pt x="28" y="605"/>
                    <a:pt x="5" y="628"/>
                    <a:pt x="5" y="656"/>
                  </a:cubicBezTo>
                  <a:cubicBezTo>
                    <a:pt x="5" y="683"/>
                    <a:pt x="28" y="707"/>
                    <a:pt x="56" y="707"/>
                  </a:cubicBezTo>
                  <a:cubicBezTo>
                    <a:pt x="78" y="707"/>
                    <a:pt x="98" y="693"/>
                    <a:pt x="104" y="672"/>
                  </a:cubicBezTo>
                  <a:cubicBezTo>
                    <a:pt x="159" y="669"/>
                    <a:pt x="196" y="650"/>
                    <a:pt x="213" y="614"/>
                  </a:cubicBezTo>
                  <a:cubicBezTo>
                    <a:pt x="225" y="591"/>
                    <a:pt x="229" y="562"/>
                    <a:pt x="231" y="530"/>
                  </a:cubicBezTo>
                  <a:cubicBezTo>
                    <a:pt x="255" y="551"/>
                    <a:pt x="282" y="569"/>
                    <a:pt x="309" y="579"/>
                  </a:cubicBezTo>
                  <a:cubicBezTo>
                    <a:pt x="309" y="665"/>
                    <a:pt x="309" y="728"/>
                    <a:pt x="295" y="764"/>
                  </a:cubicBezTo>
                  <a:cubicBezTo>
                    <a:pt x="285" y="790"/>
                    <a:pt x="264" y="808"/>
                    <a:pt x="209" y="809"/>
                  </a:cubicBezTo>
                  <a:cubicBezTo>
                    <a:pt x="202" y="789"/>
                    <a:pt x="183" y="776"/>
                    <a:pt x="161" y="776"/>
                  </a:cubicBezTo>
                  <a:cubicBezTo>
                    <a:pt x="133" y="776"/>
                    <a:pt x="110" y="799"/>
                    <a:pt x="110" y="827"/>
                  </a:cubicBezTo>
                  <a:cubicBezTo>
                    <a:pt x="110" y="854"/>
                    <a:pt x="133" y="877"/>
                    <a:pt x="161" y="877"/>
                  </a:cubicBezTo>
                  <a:cubicBezTo>
                    <a:pt x="183" y="877"/>
                    <a:pt x="203" y="863"/>
                    <a:pt x="209" y="843"/>
                  </a:cubicBezTo>
                  <a:cubicBezTo>
                    <a:pt x="273" y="840"/>
                    <a:pt x="308" y="819"/>
                    <a:pt x="327" y="776"/>
                  </a:cubicBezTo>
                  <a:cubicBezTo>
                    <a:pt x="344" y="735"/>
                    <a:pt x="344" y="677"/>
                    <a:pt x="344" y="589"/>
                  </a:cubicBezTo>
                  <a:cubicBezTo>
                    <a:pt x="363" y="594"/>
                    <a:pt x="382" y="597"/>
                    <a:pt x="401" y="597"/>
                  </a:cubicBezTo>
                  <a:cubicBezTo>
                    <a:pt x="419" y="597"/>
                    <a:pt x="436" y="595"/>
                    <a:pt x="454" y="591"/>
                  </a:cubicBezTo>
                  <a:cubicBezTo>
                    <a:pt x="454" y="677"/>
                    <a:pt x="455" y="735"/>
                    <a:pt x="471" y="776"/>
                  </a:cubicBezTo>
                  <a:cubicBezTo>
                    <a:pt x="490" y="819"/>
                    <a:pt x="525" y="840"/>
                    <a:pt x="589" y="843"/>
                  </a:cubicBezTo>
                  <a:cubicBezTo>
                    <a:pt x="596" y="863"/>
                    <a:pt x="615" y="877"/>
                    <a:pt x="637" y="877"/>
                  </a:cubicBezTo>
                  <a:cubicBezTo>
                    <a:pt x="665" y="877"/>
                    <a:pt x="688" y="854"/>
                    <a:pt x="688" y="827"/>
                  </a:cubicBezTo>
                  <a:cubicBezTo>
                    <a:pt x="688" y="799"/>
                    <a:pt x="665" y="776"/>
                    <a:pt x="637" y="776"/>
                  </a:cubicBezTo>
                  <a:cubicBezTo>
                    <a:pt x="615" y="776"/>
                    <a:pt x="596" y="790"/>
                    <a:pt x="589" y="809"/>
                  </a:cubicBezTo>
                  <a:cubicBezTo>
                    <a:pt x="532" y="806"/>
                    <a:pt x="513" y="789"/>
                    <a:pt x="503" y="764"/>
                  </a:cubicBezTo>
                  <a:cubicBezTo>
                    <a:pt x="489" y="728"/>
                    <a:pt x="489" y="666"/>
                    <a:pt x="489" y="582"/>
                  </a:cubicBezTo>
                  <a:cubicBezTo>
                    <a:pt x="519" y="570"/>
                    <a:pt x="550" y="551"/>
                    <a:pt x="576" y="527"/>
                  </a:cubicBezTo>
                  <a:cubicBezTo>
                    <a:pt x="577" y="559"/>
                    <a:pt x="580" y="589"/>
                    <a:pt x="593" y="614"/>
                  </a:cubicBezTo>
                  <a:cubicBezTo>
                    <a:pt x="612" y="650"/>
                    <a:pt x="647" y="669"/>
                    <a:pt x="703" y="672"/>
                  </a:cubicBezTo>
                  <a:cubicBezTo>
                    <a:pt x="710" y="693"/>
                    <a:pt x="729" y="707"/>
                    <a:pt x="751" y="707"/>
                  </a:cubicBezTo>
                  <a:cubicBezTo>
                    <a:pt x="778" y="707"/>
                    <a:pt x="802" y="683"/>
                    <a:pt x="802" y="656"/>
                  </a:cubicBezTo>
                  <a:cubicBezTo>
                    <a:pt x="802" y="628"/>
                    <a:pt x="778" y="601"/>
                    <a:pt x="749" y="601"/>
                  </a:cubicBezTo>
                  <a:moveTo>
                    <a:pt x="694" y="229"/>
                  </a:moveTo>
                  <a:lnTo>
                    <a:pt x="694" y="218"/>
                  </a:lnTo>
                  <a:cubicBezTo>
                    <a:pt x="695" y="218"/>
                    <a:pt x="698" y="218"/>
                    <a:pt x="700" y="218"/>
                  </a:cubicBezTo>
                  <a:cubicBezTo>
                    <a:pt x="726" y="218"/>
                    <a:pt x="746" y="237"/>
                    <a:pt x="746" y="264"/>
                  </a:cubicBezTo>
                  <a:cubicBezTo>
                    <a:pt x="746" y="290"/>
                    <a:pt x="725" y="311"/>
                    <a:pt x="700" y="311"/>
                  </a:cubicBezTo>
                  <a:cubicBezTo>
                    <a:pt x="695" y="311"/>
                    <a:pt x="691" y="311"/>
                    <a:pt x="687" y="310"/>
                  </a:cubicBezTo>
                  <a:cubicBezTo>
                    <a:pt x="692" y="283"/>
                    <a:pt x="694" y="256"/>
                    <a:pt x="694" y="229"/>
                  </a:cubicBezTo>
                  <a:moveTo>
                    <a:pt x="102" y="311"/>
                  </a:moveTo>
                  <a:cubicBezTo>
                    <a:pt x="76" y="311"/>
                    <a:pt x="56" y="290"/>
                    <a:pt x="56" y="264"/>
                  </a:cubicBezTo>
                  <a:cubicBezTo>
                    <a:pt x="56" y="237"/>
                    <a:pt x="78" y="218"/>
                    <a:pt x="102" y="218"/>
                  </a:cubicBezTo>
                  <a:cubicBezTo>
                    <a:pt x="104" y="218"/>
                    <a:pt x="107" y="218"/>
                    <a:pt x="108" y="218"/>
                  </a:cubicBezTo>
                  <a:lnTo>
                    <a:pt x="108" y="229"/>
                  </a:lnTo>
                  <a:cubicBezTo>
                    <a:pt x="108" y="257"/>
                    <a:pt x="111" y="283"/>
                    <a:pt x="116" y="310"/>
                  </a:cubicBezTo>
                  <a:cubicBezTo>
                    <a:pt x="111" y="310"/>
                    <a:pt x="107" y="311"/>
                    <a:pt x="102" y="311"/>
                  </a:cubicBezTo>
                  <a:moveTo>
                    <a:pt x="56" y="669"/>
                  </a:moveTo>
                  <a:cubicBezTo>
                    <a:pt x="47" y="669"/>
                    <a:pt x="38" y="662"/>
                    <a:pt x="38" y="652"/>
                  </a:cubicBezTo>
                  <a:cubicBezTo>
                    <a:pt x="38" y="642"/>
                    <a:pt x="46" y="634"/>
                    <a:pt x="56" y="634"/>
                  </a:cubicBezTo>
                  <a:cubicBezTo>
                    <a:pt x="66" y="634"/>
                    <a:pt x="73" y="642"/>
                    <a:pt x="73" y="652"/>
                  </a:cubicBezTo>
                  <a:cubicBezTo>
                    <a:pt x="73" y="662"/>
                    <a:pt x="65" y="669"/>
                    <a:pt x="56" y="669"/>
                  </a:cubicBezTo>
                  <a:moveTo>
                    <a:pt x="161" y="841"/>
                  </a:moveTo>
                  <a:cubicBezTo>
                    <a:pt x="152" y="841"/>
                    <a:pt x="143" y="834"/>
                    <a:pt x="143" y="824"/>
                  </a:cubicBezTo>
                  <a:cubicBezTo>
                    <a:pt x="143" y="814"/>
                    <a:pt x="151" y="806"/>
                    <a:pt x="161" y="806"/>
                  </a:cubicBezTo>
                  <a:cubicBezTo>
                    <a:pt x="171" y="806"/>
                    <a:pt x="178" y="814"/>
                    <a:pt x="178" y="824"/>
                  </a:cubicBezTo>
                  <a:cubicBezTo>
                    <a:pt x="178" y="834"/>
                    <a:pt x="169" y="841"/>
                    <a:pt x="161" y="841"/>
                  </a:cubicBezTo>
                  <a:moveTo>
                    <a:pt x="637" y="808"/>
                  </a:moveTo>
                  <a:cubicBezTo>
                    <a:pt x="646" y="808"/>
                    <a:pt x="655" y="815"/>
                    <a:pt x="655" y="825"/>
                  </a:cubicBezTo>
                  <a:cubicBezTo>
                    <a:pt x="655" y="835"/>
                    <a:pt x="647" y="843"/>
                    <a:pt x="637" y="843"/>
                  </a:cubicBezTo>
                  <a:cubicBezTo>
                    <a:pt x="628" y="843"/>
                    <a:pt x="620" y="835"/>
                    <a:pt x="620" y="825"/>
                  </a:cubicBezTo>
                  <a:cubicBezTo>
                    <a:pt x="620" y="815"/>
                    <a:pt x="628" y="808"/>
                    <a:pt x="637" y="808"/>
                  </a:cubicBezTo>
                  <a:moveTo>
                    <a:pt x="749" y="669"/>
                  </a:moveTo>
                  <a:cubicBezTo>
                    <a:pt x="741" y="669"/>
                    <a:pt x="732" y="662"/>
                    <a:pt x="732" y="652"/>
                  </a:cubicBezTo>
                  <a:cubicBezTo>
                    <a:pt x="732" y="642"/>
                    <a:pt x="739" y="634"/>
                    <a:pt x="749" y="634"/>
                  </a:cubicBezTo>
                  <a:cubicBezTo>
                    <a:pt x="758" y="634"/>
                    <a:pt x="767" y="642"/>
                    <a:pt x="767" y="652"/>
                  </a:cubicBezTo>
                  <a:cubicBezTo>
                    <a:pt x="767" y="662"/>
                    <a:pt x="759" y="669"/>
                    <a:pt x="749" y="66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60000" rIns="120000" bIns="6000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p37"/>
            <p:cNvSpPr/>
            <p:nvPr/>
          </p:nvSpPr>
          <p:spPr>
            <a:xfrm>
              <a:off x="5773320" y="2491920"/>
              <a:ext cx="268560" cy="110880"/>
            </a:xfrm>
            <a:custGeom>
              <a:avLst/>
              <a:gdLst/>
              <a:ahLst/>
              <a:cxnLst/>
              <a:rect l="l" t="t" r="r" b="b"/>
              <a:pathLst>
                <a:path w="746" h="308" extrusionOk="0">
                  <a:moveTo>
                    <a:pt x="9" y="306"/>
                  </a:moveTo>
                  <a:cubicBezTo>
                    <a:pt x="12" y="308"/>
                    <a:pt x="15" y="308"/>
                    <a:pt x="18" y="308"/>
                  </a:cubicBezTo>
                  <a:cubicBezTo>
                    <a:pt x="24" y="308"/>
                    <a:pt x="30" y="305"/>
                    <a:pt x="32" y="299"/>
                  </a:cubicBezTo>
                  <a:cubicBezTo>
                    <a:pt x="46" y="277"/>
                    <a:pt x="63" y="258"/>
                    <a:pt x="86" y="248"/>
                  </a:cubicBezTo>
                  <a:cubicBezTo>
                    <a:pt x="91" y="245"/>
                    <a:pt x="95" y="241"/>
                    <a:pt x="95" y="235"/>
                  </a:cubicBezTo>
                  <a:cubicBezTo>
                    <a:pt x="97" y="231"/>
                    <a:pt x="94" y="225"/>
                    <a:pt x="91" y="220"/>
                  </a:cubicBezTo>
                  <a:cubicBezTo>
                    <a:pt x="79" y="209"/>
                    <a:pt x="73" y="193"/>
                    <a:pt x="73" y="175"/>
                  </a:cubicBezTo>
                  <a:cubicBezTo>
                    <a:pt x="73" y="139"/>
                    <a:pt x="104" y="108"/>
                    <a:pt x="140" y="108"/>
                  </a:cubicBezTo>
                  <a:cubicBezTo>
                    <a:pt x="149" y="108"/>
                    <a:pt x="158" y="110"/>
                    <a:pt x="166" y="114"/>
                  </a:cubicBezTo>
                  <a:cubicBezTo>
                    <a:pt x="171" y="116"/>
                    <a:pt x="177" y="115"/>
                    <a:pt x="181" y="114"/>
                  </a:cubicBezTo>
                  <a:cubicBezTo>
                    <a:pt x="185" y="112"/>
                    <a:pt x="188" y="108"/>
                    <a:pt x="190" y="102"/>
                  </a:cubicBezTo>
                  <a:cubicBezTo>
                    <a:pt x="200" y="63"/>
                    <a:pt x="236" y="35"/>
                    <a:pt x="277" y="35"/>
                  </a:cubicBezTo>
                  <a:cubicBezTo>
                    <a:pt x="308" y="35"/>
                    <a:pt x="337" y="51"/>
                    <a:pt x="353" y="76"/>
                  </a:cubicBezTo>
                  <a:cubicBezTo>
                    <a:pt x="356" y="82"/>
                    <a:pt x="362" y="85"/>
                    <a:pt x="369" y="83"/>
                  </a:cubicBezTo>
                  <a:cubicBezTo>
                    <a:pt x="375" y="83"/>
                    <a:pt x="381" y="79"/>
                    <a:pt x="384" y="73"/>
                  </a:cubicBezTo>
                  <a:cubicBezTo>
                    <a:pt x="395" y="50"/>
                    <a:pt x="419" y="34"/>
                    <a:pt x="445" y="34"/>
                  </a:cubicBezTo>
                  <a:cubicBezTo>
                    <a:pt x="470" y="34"/>
                    <a:pt x="493" y="49"/>
                    <a:pt x="504" y="70"/>
                  </a:cubicBezTo>
                  <a:cubicBezTo>
                    <a:pt x="507" y="75"/>
                    <a:pt x="510" y="78"/>
                    <a:pt x="516" y="79"/>
                  </a:cubicBezTo>
                  <a:cubicBezTo>
                    <a:pt x="521" y="81"/>
                    <a:pt x="526" y="79"/>
                    <a:pt x="531" y="76"/>
                  </a:cubicBezTo>
                  <a:cubicBezTo>
                    <a:pt x="545" y="66"/>
                    <a:pt x="564" y="60"/>
                    <a:pt x="583" y="60"/>
                  </a:cubicBezTo>
                  <a:cubicBezTo>
                    <a:pt x="633" y="60"/>
                    <a:pt x="673" y="101"/>
                    <a:pt x="673" y="151"/>
                  </a:cubicBezTo>
                  <a:cubicBezTo>
                    <a:pt x="673" y="165"/>
                    <a:pt x="671" y="178"/>
                    <a:pt x="663" y="191"/>
                  </a:cubicBezTo>
                  <a:cubicBezTo>
                    <a:pt x="659" y="200"/>
                    <a:pt x="662" y="210"/>
                    <a:pt x="671" y="215"/>
                  </a:cubicBezTo>
                  <a:cubicBezTo>
                    <a:pt x="688" y="223"/>
                    <a:pt x="703" y="236"/>
                    <a:pt x="714" y="251"/>
                  </a:cubicBezTo>
                  <a:cubicBezTo>
                    <a:pt x="720" y="258"/>
                    <a:pt x="730" y="260"/>
                    <a:pt x="739" y="254"/>
                  </a:cubicBezTo>
                  <a:cubicBezTo>
                    <a:pt x="746" y="248"/>
                    <a:pt x="748" y="238"/>
                    <a:pt x="742" y="229"/>
                  </a:cubicBezTo>
                  <a:cubicBezTo>
                    <a:pt x="730" y="215"/>
                    <a:pt x="716" y="201"/>
                    <a:pt x="701" y="191"/>
                  </a:cubicBezTo>
                  <a:cubicBezTo>
                    <a:pt x="706" y="178"/>
                    <a:pt x="708" y="165"/>
                    <a:pt x="708" y="151"/>
                  </a:cubicBezTo>
                  <a:cubicBezTo>
                    <a:pt x="708" y="82"/>
                    <a:pt x="653" y="27"/>
                    <a:pt x="585" y="27"/>
                  </a:cubicBezTo>
                  <a:cubicBezTo>
                    <a:pt x="564" y="27"/>
                    <a:pt x="545" y="31"/>
                    <a:pt x="528" y="40"/>
                  </a:cubicBezTo>
                  <a:cubicBezTo>
                    <a:pt x="509" y="15"/>
                    <a:pt x="480" y="0"/>
                    <a:pt x="448" y="0"/>
                  </a:cubicBezTo>
                  <a:cubicBezTo>
                    <a:pt x="417" y="0"/>
                    <a:pt x="388" y="15"/>
                    <a:pt x="369" y="37"/>
                  </a:cubicBezTo>
                  <a:cubicBezTo>
                    <a:pt x="346" y="14"/>
                    <a:pt x="314" y="0"/>
                    <a:pt x="280" y="0"/>
                  </a:cubicBezTo>
                  <a:cubicBezTo>
                    <a:pt x="231" y="0"/>
                    <a:pt x="185" y="31"/>
                    <a:pt x="166" y="75"/>
                  </a:cubicBezTo>
                  <a:cubicBezTo>
                    <a:pt x="159" y="73"/>
                    <a:pt x="152" y="72"/>
                    <a:pt x="143" y="72"/>
                  </a:cubicBezTo>
                  <a:cubicBezTo>
                    <a:pt x="88" y="72"/>
                    <a:pt x="41" y="117"/>
                    <a:pt x="41" y="174"/>
                  </a:cubicBezTo>
                  <a:cubicBezTo>
                    <a:pt x="41" y="191"/>
                    <a:pt x="46" y="209"/>
                    <a:pt x="54" y="225"/>
                  </a:cubicBezTo>
                  <a:cubicBezTo>
                    <a:pt x="32" y="239"/>
                    <a:pt x="15" y="258"/>
                    <a:pt x="3" y="280"/>
                  </a:cubicBezTo>
                  <a:cubicBezTo>
                    <a:pt x="-3" y="292"/>
                    <a:pt x="0" y="302"/>
                    <a:pt x="9" y="30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60000" rIns="120000" bIns="6000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37"/>
            <p:cNvSpPr/>
            <p:nvPr/>
          </p:nvSpPr>
          <p:spPr>
            <a:xfrm>
              <a:off x="5859000" y="2565720"/>
              <a:ext cx="25920" cy="44280"/>
            </a:xfrm>
            <a:custGeom>
              <a:avLst/>
              <a:gdLst/>
              <a:ahLst/>
              <a:cxnLst/>
              <a:rect l="l" t="t" r="r" b="b"/>
              <a:pathLst>
                <a:path w="72" h="123" extrusionOk="0">
                  <a:moveTo>
                    <a:pt x="44" y="4"/>
                  </a:moveTo>
                  <a:cubicBezTo>
                    <a:pt x="42" y="5"/>
                    <a:pt x="-2" y="33"/>
                    <a:pt x="0" y="106"/>
                  </a:cubicBezTo>
                  <a:cubicBezTo>
                    <a:pt x="0" y="115"/>
                    <a:pt x="7" y="123"/>
                    <a:pt x="17" y="123"/>
                  </a:cubicBezTo>
                  <a:lnTo>
                    <a:pt x="17" y="123"/>
                  </a:lnTo>
                  <a:cubicBezTo>
                    <a:pt x="26" y="123"/>
                    <a:pt x="35" y="116"/>
                    <a:pt x="35" y="106"/>
                  </a:cubicBezTo>
                  <a:cubicBezTo>
                    <a:pt x="35" y="53"/>
                    <a:pt x="63" y="33"/>
                    <a:pt x="64" y="31"/>
                  </a:cubicBezTo>
                  <a:cubicBezTo>
                    <a:pt x="71" y="26"/>
                    <a:pt x="74" y="14"/>
                    <a:pt x="70" y="7"/>
                  </a:cubicBezTo>
                  <a:cubicBezTo>
                    <a:pt x="63" y="1"/>
                    <a:pt x="52" y="-2"/>
                    <a:pt x="44" y="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0" rIns="120000" bIns="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51" name="Google Shape;551;p37"/>
          <p:cNvGrpSpPr/>
          <p:nvPr/>
        </p:nvGrpSpPr>
        <p:grpSpPr>
          <a:xfrm>
            <a:off x="5224885" y="4674033"/>
            <a:ext cx="562560" cy="563040"/>
            <a:chOff x="6297840" y="4303800"/>
            <a:chExt cx="421920" cy="422280"/>
          </a:xfrm>
        </p:grpSpPr>
        <p:sp>
          <p:nvSpPr>
            <p:cNvPr id="552" name="Google Shape;552;p37"/>
            <p:cNvSpPr/>
            <p:nvPr/>
          </p:nvSpPr>
          <p:spPr>
            <a:xfrm>
              <a:off x="6297840" y="4303800"/>
              <a:ext cx="421920" cy="422280"/>
            </a:xfrm>
            <a:custGeom>
              <a:avLst/>
              <a:gdLst/>
              <a:ahLst/>
              <a:cxnLst/>
              <a:rect l="l" t="t" r="r" b="b"/>
              <a:pathLst>
                <a:path w="1172" h="1173" extrusionOk="0">
                  <a:moveTo>
                    <a:pt x="1153" y="28"/>
                  </a:moveTo>
                  <a:cubicBezTo>
                    <a:pt x="1151" y="19"/>
                    <a:pt x="1145" y="13"/>
                    <a:pt x="1137" y="12"/>
                  </a:cubicBezTo>
                  <a:cubicBezTo>
                    <a:pt x="1134" y="12"/>
                    <a:pt x="872" y="0"/>
                    <a:pt x="587" y="0"/>
                  </a:cubicBezTo>
                  <a:cubicBezTo>
                    <a:pt x="512" y="0"/>
                    <a:pt x="432" y="1"/>
                    <a:pt x="347" y="3"/>
                  </a:cubicBezTo>
                  <a:cubicBezTo>
                    <a:pt x="338" y="3"/>
                    <a:pt x="330" y="10"/>
                    <a:pt x="330" y="20"/>
                  </a:cubicBezTo>
                  <a:cubicBezTo>
                    <a:pt x="330" y="29"/>
                    <a:pt x="337" y="38"/>
                    <a:pt x="347" y="38"/>
                  </a:cubicBezTo>
                  <a:lnTo>
                    <a:pt x="347" y="38"/>
                  </a:lnTo>
                  <a:cubicBezTo>
                    <a:pt x="430" y="36"/>
                    <a:pt x="512" y="35"/>
                    <a:pt x="586" y="35"/>
                  </a:cubicBezTo>
                  <a:cubicBezTo>
                    <a:pt x="831" y="35"/>
                    <a:pt x="1059" y="44"/>
                    <a:pt x="1119" y="45"/>
                  </a:cubicBezTo>
                  <a:cubicBezTo>
                    <a:pt x="1125" y="119"/>
                    <a:pt x="1151" y="456"/>
                    <a:pt x="1126" y="838"/>
                  </a:cubicBezTo>
                  <a:cubicBezTo>
                    <a:pt x="1065" y="841"/>
                    <a:pt x="831" y="848"/>
                    <a:pt x="586" y="848"/>
                  </a:cubicBezTo>
                  <a:cubicBezTo>
                    <a:pt x="341" y="848"/>
                    <a:pt x="107" y="839"/>
                    <a:pt x="45" y="838"/>
                  </a:cubicBezTo>
                  <a:cubicBezTo>
                    <a:pt x="21" y="456"/>
                    <a:pt x="47" y="119"/>
                    <a:pt x="53" y="45"/>
                  </a:cubicBezTo>
                  <a:cubicBezTo>
                    <a:pt x="83" y="44"/>
                    <a:pt x="161" y="41"/>
                    <a:pt x="261" y="39"/>
                  </a:cubicBezTo>
                  <a:cubicBezTo>
                    <a:pt x="270" y="39"/>
                    <a:pt x="279" y="31"/>
                    <a:pt x="277" y="22"/>
                  </a:cubicBezTo>
                  <a:cubicBezTo>
                    <a:pt x="277" y="13"/>
                    <a:pt x="270" y="6"/>
                    <a:pt x="260" y="6"/>
                  </a:cubicBezTo>
                  <a:lnTo>
                    <a:pt x="260" y="6"/>
                  </a:lnTo>
                  <a:cubicBezTo>
                    <a:pt x="128" y="9"/>
                    <a:pt x="37" y="13"/>
                    <a:pt x="35" y="13"/>
                  </a:cubicBezTo>
                  <a:cubicBezTo>
                    <a:pt x="27" y="13"/>
                    <a:pt x="19" y="20"/>
                    <a:pt x="19" y="29"/>
                  </a:cubicBezTo>
                  <a:cubicBezTo>
                    <a:pt x="19" y="34"/>
                    <a:pt x="-24" y="478"/>
                    <a:pt x="19" y="954"/>
                  </a:cubicBezTo>
                  <a:cubicBezTo>
                    <a:pt x="21" y="963"/>
                    <a:pt x="27" y="969"/>
                    <a:pt x="35" y="970"/>
                  </a:cubicBezTo>
                  <a:cubicBezTo>
                    <a:pt x="35" y="970"/>
                    <a:pt x="79" y="972"/>
                    <a:pt x="149" y="975"/>
                  </a:cubicBezTo>
                  <a:lnTo>
                    <a:pt x="149" y="975"/>
                  </a:lnTo>
                  <a:cubicBezTo>
                    <a:pt x="158" y="975"/>
                    <a:pt x="166" y="968"/>
                    <a:pt x="166" y="959"/>
                  </a:cubicBezTo>
                  <a:cubicBezTo>
                    <a:pt x="166" y="951"/>
                    <a:pt x="159" y="941"/>
                    <a:pt x="150" y="941"/>
                  </a:cubicBezTo>
                  <a:cubicBezTo>
                    <a:pt x="105" y="940"/>
                    <a:pt x="70" y="938"/>
                    <a:pt x="51" y="938"/>
                  </a:cubicBezTo>
                  <a:cubicBezTo>
                    <a:pt x="50" y="918"/>
                    <a:pt x="48" y="896"/>
                    <a:pt x="47" y="876"/>
                  </a:cubicBezTo>
                  <a:cubicBezTo>
                    <a:pt x="114" y="879"/>
                    <a:pt x="344" y="886"/>
                    <a:pt x="584" y="886"/>
                  </a:cubicBezTo>
                  <a:cubicBezTo>
                    <a:pt x="825" y="886"/>
                    <a:pt x="1055" y="879"/>
                    <a:pt x="1122" y="876"/>
                  </a:cubicBezTo>
                  <a:cubicBezTo>
                    <a:pt x="1121" y="896"/>
                    <a:pt x="1119" y="916"/>
                    <a:pt x="1118" y="938"/>
                  </a:cubicBezTo>
                  <a:cubicBezTo>
                    <a:pt x="1058" y="941"/>
                    <a:pt x="829" y="948"/>
                    <a:pt x="584" y="948"/>
                  </a:cubicBezTo>
                  <a:cubicBezTo>
                    <a:pt x="475" y="948"/>
                    <a:pt x="357" y="947"/>
                    <a:pt x="233" y="944"/>
                  </a:cubicBezTo>
                  <a:lnTo>
                    <a:pt x="233" y="944"/>
                  </a:lnTo>
                  <a:cubicBezTo>
                    <a:pt x="225" y="944"/>
                    <a:pt x="216" y="951"/>
                    <a:pt x="216" y="960"/>
                  </a:cubicBezTo>
                  <a:cubicBezTo>
                    <a:pt x="216" y="969"/>
                    <a:pt x="223" y="978"/>
                    <a:pt x="232" y="978"/>
                  </a:cubicBezTo>
                  <a:cubicBezTo>
                    <a:pt x="311" y="979"/>
                    <a:pt x="386" y="980"/>
                    <a:pt x="459" y="982"/>
                  </a:cubicBezTo>
                  <a:cubicBezTo>
                    <a:pt x="405" y="1090"/>
                    <a:pt x="324" y="1142"/>
                    <a:pt x="324" y="1142"/>
                  </a:cubicBezTo>
                  <a:cubicBezTo>
                    <a:pt x="318" y="1147"/>
                    <a:pt x="315" y="1154"/>
                    <a:pt x="316" y="1161"/>
                  </a:cubicBezTo>
                  <a:cubicBezTo>
                    <a:pt x="318" y="1168"/>
                    <a:pt x="325" y="1173"/>
                    <a:pt x="332" y="1173"/>
                  </a:cubicBezTo>
                  <a:lnTo>
                    <a:pt x="627" y="1173"/>
                  </a:lnTo>
                  <a:cubicBezTo>
                    <a:pt x="635" y="1173"/>
                    <a:pt x="644" y="1166"/>
                    <a:pt x="644" y="1155"/>
                  </a:cubicBezTo>
                  <a:cubicBezTo>
                    <a:pt x="644" y="1147"/>
                    <a:pt x="637" y="1138"/>
                    <a:pt x="627" y="1138"/>
                  </a:cubicBezTo>
                  <a:lnTo>
                    <a:pt x="382" y="1138"/>
                  </a:lnTo>
                  <a:cubicBezTo>
                    <a:pt x="415" y="1107"/>
                    <a:pt x="462" y="1056"/>
                    <a:pt x="497" y="980"/>
                  </a:cubicBezTo>
                  <a:cubicBezTo>
                    <a:pt x="526" y="980"/>
                    <a:pt x="555" y="980"/>
                    <a:pt x="584" y="980"/>
                  </a:cubicBezTo>
                  <a:cubicBezTo>
                    <a:pt x="614" y="980"/>
                    <a:pt x="643" y="980"/>
                    <a:pt x="672" y="980"/>
                  </a:cubicBezTo>
                  <a:cubicBezTo>
                    <a:pt x="707" y="1056"/>
                    <a:pt x="753" y="1107"/>
                    <a:pt x="787" y="1138"/>
                  </a:cubicBezTo>
                  <a:lnTo>
                    <a:pt x="711" y="1138"/>
                  </a:lnTo>
                  <a:cubicBezTo>
                    <a:pt x="703" y="1138"/>
                    <a:pt x="694" y="1145"/>
                    <a:pt x="694" y="1155"/>
                  </a:cubicBezTo>
                  <a:cubicBezTo>
                    <a:pt x="694" y="1164"/>
                    <a:pt x="701" y="1173"/>
                    <a:pt x="711" y="1173"/>
                  </a:cubicBezTo>
                  <a:lnTo>
                    <a:pt x="839" y="1173"/>
                  </a:lnTo>
                  <a:cubicBezTo>
                    <a:pt x="847" y="1173"/>
                    <a:pt x="854" y="1168"/>
                    <a:pt x="855" y="1161"/>
                  </a:cubicBezTo>
                  <a:cubicBezTo>
                    <a:pt x="857" y="1154"/>
                    <a:pt x="854" y="1147"/>
                    <a:pt x="848" y="1142"/>
                  </a:cubicBezTo>
                  <a:cubicBezTo>
                    <a:pt x="847" y="1142"/>
                    <a:pt x="767" y="1090"/>
                    <a:pt x="713" y="982"/>
                  </a:cubicBezTo>
                  <a:cubicBezTo>
                    <a:pt x="944" y="979"/>
                    <a:pt x="1135" y="972"/>
                    <a:pt x="1137" y="972"/>
                  </a:cubicBezTo>
                  <a:cubicBezTo>
                    <a:pt x="1145" y="972"/>
                    <a:pt x="1153" y="964"/>
                    <a:pt x="1153" y="956"/>
                  </a:cubicBezTo>
                  <a:cubicBezTo>
                    <a:pt x="1196" y="476"/>
                    <a:pt x="1153" y="32"/>
                    <a:pt x="1153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60000" rIns="120000" bIns="6000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37"/>
            <p:cNvSpPr/>
            <p:nvPr/>
          </p:nvSpPr>
          <p:spPr>
            <a:xfrm>
              <a:off x="6361560" y="4358880"/>
              <a:ext cx="99360" cy="212040"/>
            </a:xfrm>
            <a:custGeom>
              <a:avLst/>
              <a:gdLst/>
              <a:ahLst/>
              <a:cxnLst/>
              <a:rect l="l" t="t" r="r" b="b"/>
              <a:pathLst>
                <a:path w="276" h="589" extrusionOk="0">
                  <a:moveTo>
                    <a:pt x="276" y="17"/>
                  </a:moveTo>
                  <a:cubicBezTo>
                    <a:pt x="276" y="9"/>
                    <a:pt x="269" y="0"/>
                    <a:pt x="259" y="0"/>
                  </a:cubicBezTo>
                  <a:cubicBezTo>
                    <a:pt x="250" y="0"/>
                    <a:pt x="241" y="7"/>
                    <a:pt x="241" y="17"/>
                  </a:cubicBezTo>
                  <a:cubicBezTo>
                    <a:pt x="241" y="28"/>
                    <a:pt x="238" y="38"/>
                    <a:pt x="233" y="47"/>
                  </a:cubicBezTo>
                  <a:lnTo>
                    <a:pt x="43" y="47"/>
                  </a:lnTo>
                  <a:cubicBezTo>
                    <a:pt x="37" y="36"/>
                    <a:pt x="35" y="26"/>
                    <a:pt x="35" y="17"/>
                  </a:cubicBezTo>
                  <a:cubicBezTo>
                    <a:pt x="35" y="9"/>
                    <a:pt x="27" y="0"/>
                    <a:pt x="17" y="0"/>
                  </a:cubicBezTo>
                  <a:cubicBezTo>
                    <a:pt x="8" y="0"/>
                    <a:pt x="0" y="7"/>
                    <a:pt x="0" y="17"/>
                  </a:cubicBezTo>
                  <a:cubicBezTo>
                    <a:pt x="0" y="73"/>
                    <a:pt x="52" y="115"/>
                    <a:pt x="107" y="156"/>
                  </a:cubicBezTo>
                  <a:cubicBezTo>
                    <a:pt x="52" y="197"/>
                    <a:pt x="0" y="239"/>
                    <a:pt x="0" y="294"/>
                  </a:cubicBezTo>
                  <a:cubicBezTo>
                    <a:pt x="0" y="350"/>
                    <a:pt x="52" y="392"/>
                    <a:pt x="107" y="433"/>
                  </a:cubicBezTo>
                  <a:cubicBezTo>
                    <a:pt x="52" y="473"/>
                    <a:pt x="0" y="516"/>
                    <a:pt x="0" y="571"/>
                  </a:cubicBezTo>
                  <a:cubicBezTo>
                    <a:pt x="0" y="580"/>
                    <a:pt x="7" y="589"/>
                    <a:pt x="17" y="589"/>
                  </a:cubicBezTo>
                  <a:cubicBezTo>
                    <a:pt x="26" y="589"/>
                    <a:pt x="35" y="581"/>
                    <a:pt x="35" y="571"/>
                  </a:cubicBezTo>
                  <a:cubicBezTo>
                    <a:pt x="35" y="561"/>
                    <a:pt x="37" y="551"/>
                    <a:pt x="43" y="539"/>
                  </a:cubicBezTo>
                  <a:lnTo>
                    <a:pt x="230" y="539"/>
                  </a:lnTo>
                  <a:cubicBezTo>
                    <a:pt x="236" y="549"/>
                    <a:pt x="238" y="559"/>
                    <a:pt x="238" y="571"/>
                  </a:cubicBezTo>
                  <a:cubicBezTo>
                    <a:pt x="238" y="580"/>
                    <a:pt x="246" y="589"/>
                    <a:pt x="256" y="589"/>
                  </a:cubicBezTo>
                  <a:cubicBezTo>
                    <a:pt x="265" y="589"/>
                    <a:pt x="273" y="581"/>
                    <a:pt x="273" y="571"/>
                  </a:cubicBezTo>
                  <a:cubicBezTo>
                    <a:pt x="273" y="516"/>
                    <a:pt x="221" y="473"/>
                    <a:pt x="166" y="433"/>
                  </a:cubicBezTo>
                  <a:cubicBezTo>
                    <a:pt x="221" y="392"/>
                    <a:pt x="273" y="350"/>
                    <a:pt x="273" y="294"/>
                  </a:cubicBezTo>
                  <a:cubicBezTo>
                    <a:pt x="273" y="239"/>
                    <a:pt x="221" y="197"/>
                    <a:pt x="166" y="156"/>
                  </a:cubicBezTo>
                  <a:cubicBezTo>
                    <a:pt x="224" y="117"/>
                    <a:pt x="276" y="73"/>
                    <a:pt x="276" y="17"/>
                  </a:cubicBezTo>
                  <a:moveTo>
                    <a:pt x="205" y="507"/>
                  </a:moveTo>
                  <a:lnTo>
                    <a:pt x="74" y="507"/>
                  </a:lnTo>
                  <a:cubicBezTo>
                    <a:pt x="93" y="489"/>
                    <a:pt x="116" y="472"/>
                    <a:pt x="139" y="455"/>
                  </a:cubicBezTo>
                  <a:cubicBezTo>
                    <a:pt x="163" y="472"/>
                    <a:pt x="186" y="489"/>
                    <a:pt x="205" y="507"/>
                  </a:cubicBezTo>
                  <a:moveTo>
                    <a:pt x="139" y="414"/>
                  </a:moveTo>
                  <a:cubicBezTo>
                    <a:pt x="116" y="396"/>
                    <a:pt x="91" y="379"/>
                    <a:pt x="74" y="361"/>
                  </a:cubicBezTo>
                  <a:lnTo>
                    <a:pt x="206" y="361"/>
                  </a:lnTo>
                  <a:cubicBezTo>
                    <a:pt x="188" y="379"/>
                    <a:pt x="163" y="396"/>
                    <a:pt x="139" y="414"/>
                  </a:cubicBezTo>
                  <a:moveTo>
                    <a:pt x="233" y="265"/>
                  </a:moveTo>
                  <a:cubicBezTo>
                    <a:pt x="238" y="275"/>
                    <a:pt x="241" y="286"/>
                    <a:pt x="241" y="296"/>
                  </a:cubicBezTo>
                  <a:cubicBezTo>
                    <a:pt x="241" y="306"/>
                    <a:pt x="238" y="316"/>
                    <a:pt x="233" y="326"/>
                  </a:cubicBezTo>
                  <a:lnTo>
                    <a:pt x="45" y="326"/>
                  </a:lnTo>
                  <a:cubicBezTo>
                    <a:pt x="39" y="316"/>
                    <a:pt x="36" y="306"/>
                    <a:pt x="36" y="296"/>
                  </a:cubicBezTo>
                  <a:cubicBezTo>
                    <a:pt x="36" y="286"/>
                    <a:pt x="39" y="275"/>
                    <a:pt x="45" y="265"/>
                  </a:cubicBezTo>
                  <a:lnTo>
                    <a:pt x="233" y="265"/>
                  </a:lnTo>
                  <a:moveTo>
                    <a:pt x="205" y="230"/>
                  </a:moveTo>
                  <a:lnTo>
                    <a:pt x="72" y="230"/>
                  </a:lnTo>
                  <a:cubicBezTo>
                    <a:pt x="91" y="213"/>
                    <a:pt x="115" y="195"/>
                    <a:pt x="138" y="178"/>
                  </a:cubicBezTo>
                  <a:cubicBezTo>
                    <a:pt x="163" y="195"/>
                    <a:pt x="188" y="213"/>
                    <a:pt x="205" y="230"/>
                  </a:cubicBezTo>
                  <a:moveTo>
                    <a:pt x="139" y="135"/>
                  </a:moveTo>
                  <a:cubicBezTo>
                    <a:pt x="115" y="118"/>
                    <a:pt x="91" y="101"/>
                    <a:pt x="72" y="82"/>
                  </a:cubicBezTo>
                  <a:lnTo>
                    <a:pt x="206" y="82"/>
                  </a:lnTo>
                  <a:cubicBezTo>
                    <a:pt x="188" y="101"/>
                    <a:pt x="164" y="118"/>
                    <a:pt x="139" y="13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60000" rIns="120000" bIns="6000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37"/>
            <p:cNvSpPr/>
            <p:nvPr/>
          </p:nvSpPr>
          <p:spPr>
            <a:xfrm>
              <a:off x="6544800" y="4375080"/>
              <a:ext cx="108720" cy="12600"/>
            </a:xfrm>
            <a:custGeom>
              <a:avLst/>
              <a:gdLst/>
              <a:ahLst/>
              <a:cxnLst/>
              <a:rect l="l" t="t" r="r" b="b"/>
              <a:pathLst>
                <a:path w="302" h="35" extrusionOk="0">
                  <a:moveTo>
                    <a:pt x="285" y="0"/>
                  </a:moveTo>
                  <a:lnTo>
                    <a:pt x="18" y="0"/>
                  </a:lnTo>
                  <a:cubicBezTo>
                    <a:pt x="9" y="0"/>
                    <a:pt x="0" y="8"/>
                    <a:pt x="0" y="18"/>
                  </a:cubicBezTo>
                  <a:cubicBezTo>
                    <a:pt x="0" y="29"/>
                    <a:pt x="8" y="35"/>
                    <a:pt x="18" y="35"/>
                  </a:cubicBezTo>
                  <a:lnTo>
                    <a:pt x="285" y="35"/>
                  </a:lnTo>
                  <a:cubicBezTo>
                    <a:pt x="293" y="35"/>
                    <a:pt x="302" y="29"/>
                    <a:pt x="302" y="18"/>
                  </a:cubicBezTo>
                  <a:cubicBezTo>
                    <a:pt x="302" y="8"/>
                    <a:pt x="293" y="0"/>
                    <a:pt x="2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0" rIns="120000" bIns="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p37"/>
            <p:cNvSpPr/>
            <p:nvPr/>
          </p:nvSpPr>
          <p:spPr>
            <a:xfrm>
              <a:off x="6507720" y="4402800"/>
              <a:ext cx="128880" cy="12600"/>
            </a:xfrm>
            <a:custGeom>
              <a:avLst/>
              <a:gdLst/>
              <a:ahLst/>
              <a:cxnLst/>
              <a:rect l="l" t="t" r="r" b="b"/>
              <a:pathLst>
                <a:path w="358" h="35" extrusionOk="0">
                  <a:moveTo>
                    <a:pt x="0" y="18"/>
                  </a:moveTo>
                  <a:cubicBezTo>
                    <a:pt x="0" y="27"/>
                    <a:pt x="7" y="35"/>
                    <a:pt x="18" y="35"/>
                  </a:cubicBezTo>
                  <a:lnTo>
                    <a:pt x="341" y="35"/>
                  </a:lnTo>
                  <a:cubicBezTo>
                    <a:pt x="350" y="35"/>
                    <a:pt x="358" y="28"/>
                    <a:pt x="358" y="18"/>
                  </a:cubicBezTo>
                  <a:cubicBezTo>
                    <a:pt x="358" y="9"/>
                    <a:pt x="351" y="0"/>
                    <a:pt x="341" y="0"/>
                  </a:cubicBezTo>
                  <a:lnTo>
                    <a:pt x="18" y="0"/>
                  </a:lnTo>
                  <a:cubicBezTo>
                    <a:pt x="9" y="0"/>
                    <a:pt x="0" y="9"/>
                    <a:pt x="0" y="1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0" rIns="120000" bIns="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p37"/>
            <p:cNvSpPr/>
            <p:nvPr/>
          </p:nvSpPr>
          <p:spPr>
            <a:xfrm>
              <a:off x="6507720" y="4431600"/>
              <a:ext cx="145800" cy="12600"/>
            </a:xfrm>
            <a:custGeom>
              <a:avLst/>
              <a:gdLst/>
              <a:ahLst/>
              <a:cxnLst/>
              <a:rect l="l" t="t" r="r" b="b"/>
              <a:pathLst>
                <a:path w="405" h="35" extrusionOk="0">
                  <a:moveTo>
                    <a:pt x="388" y="35"/>
                  </a:moveTo>
                  <a:cubicBezTo>
                    <a:pt x="396" y="35"/>
                    <a:pt x="405" y="28"/>
                    <a:pt x="405" y="18"/>
                  </a:cubicBezTo>
                  <a:cubicBezTo>
                    <a:pt x="405" y="9"/>
                    <a:pt x="398" y="0"/>
                    <a:pt x="388" y="0"/>
                  </a:cubicBezTo>
                  <a:lnTo>
                    <a:pt x="18" y="0"/>
                  </a:lnTo>
                  <a:cubicBezTo>
                    <a:pt x="9" y="0"/>
                    <a:pt x="0" y="8"/>
                    <a:pt x="0" y="18"/>
                  </a:cubicBezTo>
                  <a:cubicBezTo>
                    <a:pt x="0" y="27"/>
                    <a:pt x="7" y="35"/>
                    <a:pt x="18" y="35"/>
                  </a:cubicBezTo>
                  <a:lnTo>
                    <a:pt x="388" y="35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0" rIns="120000" bIns="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37"/>
            <p:cNvSpPr/>
            <p:nvPr/>
          </p:nvSpPr>
          <p:spPr>
            <a:xfrm>
              <a:off x="6547680" y="4485240"/>
              <a:ext cx="108360" cy="12600"/>
            </a:xfrm>
            <a:custGeom>
              <a:avLst/>
              <a:gdLst/>
              <a:ahLst/>
              <a:cxnLst/>
              <a:rect l="l" t="t" r="r" b="b"/>
              <a:pathLst>
                <a:path w="301" h="35" extrusionOk="0">
                  <a:moveTo>
                    <a:pt x="284" y="0"/>
                  </a:moveTo>
                  <a:lnTo>
                    <a:pt x="17" y="0"/>
                  </a:lnTo>
                  <a:cubicBezTo>
                    <a:pt x="9" y="0"/>
                    <a:pt x="0" y="7"/>
                    <a:pt x="0" y="18"/>
                  </a:cubicBezTo>
                  <a:cubicBezTo>
                    <a:pt x="0" y="26"/>
                    <a:pt x="7" y="35"/>
                    <a:pt x="17" y="35"/>
                  </a:cubicBezTo>
                  <a:lnTo>
                    <a:pt x="284" y="35"/>
                  </a:lnTo>
                  <a:cubicBezTo>
                    <a:pt x="293" y="35"/>
                    <a:pt x="301" y="29"/>
                    <a:pt x="301" y="18"/>
                  </a:cubicBezTo>
                  <a:cubicBezTo>
                    <a:pt x="301" y="8"/>
                    <a:pt x="293" y="0"/>
                    <a:pt x="28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0" rIns="120000" bIns="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37"/>
            <p:cNvSpPr/>
            <p:nvPr/>
          </p:nvSpPr>
          <p:spPr>
            <a:xfrm>
              <a:off x="6510960" y="4512960"/>
              <a:ext cx="128880" cy="12600"/>
            </a:xfrm>
            <a:custGeom>
              <a:avLst/>
              <a:gdLst/>
              <a:ahLst/>
              <a:cxnLst/>
              <a:rect l="l" t="t" r="r" b="b"/>
              <a:pathLst>
                <a:path w="358" h="35" extrusionOk="0">
                  <a:moveTo>
                    <a:pt x="0" y="18"/>
                  </a:moveTo>
                  <a:cubicBezTo>
                    <a:pt x="0" y="27"/>
                    <a:pt x="7" y="35"/>
                    <a:pt x="17" y="35"/>
                  </a:cubicBezTo>
                  <a:lnTo>
                    <a:pt x="341" y="35"/>
                  </a:lnTo>
                  <a:cubicBezTo>
                    <a:pt x="349" y="35"/>
                    <a:pt x="358" y="28"/>
                    <a:pt x="358" y="18"/>
                  </a:cubicBezTo>
                  <a:cubicBezTo>
                    <a:pt x="358" y="8"/>
                    <a:pt x="351" y="0"/>
                    <a:pt x="341" y="0"/>
                  </a:cubicBezTo>
                  <a:lnTo>
                    <a:pt x="17" y="0"/>
                  </a:lnTo>
                  <a:cubicBezTo>
                    <a:pt x="7" y="0"/>
                    <a:pt x="0" y="8"/>
                    <a:pt x="0" y="1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0" rIns="120000" bIns="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37"/>
            <p:cNvSpPr/>
            <p:nvPr/>
          </p:nvSpPr>
          <p:spPr>
            <a:xfrm>
              <a:off x="6510240" y="4541760"/>
              <a:ext cx="145800" cy="12600"/>
            </a:xfrm>
            <a:custGeom>
              <a:avLst/>
              <a:gdLst/>
              <a:ahLst/>
              <a:cxnLst/>
              <a:rect l="l" t="t" r="r" b="b"/>
              <a:pathLst>
                <a:path w="405" h="35" extrusionOk="0">
                  <a:moveTo>
                    <a:pt x="18" y="35"/>
                  </a:moveTo>
                  <a:lnTo>
                    <a:pt x="388" y="35"/>
                  </a:lnTo>
                  <a:cubicBezTo>
                    <a:pt x="397" y="35"/>
                    <a:pt x="405" y="28"/>
                    <a:pt x="405" y="18"/>
                  </a:cubicBezTo>
                  <a:cubicBezTo>
                    <a:pt x="405" y="9"/>
                    <a:pt x="398" y="0"/>
                    <a:pt x="388" y="0"/>
                  </a:cubicBezTo>
                  <a:lnTo>
                    <a:pt x="18" y="0"/>
                  </a:lnTo>
                  <a:cubicBezTo>
                    <a:pt x="9" y="0"/>
                    <a:pt x="0" y="8"/>
                    <a:pt x="0" y="18"/>
                  </a:cubicBezTo>
                  <a:cubicBezTo>
                    <a:pt x="2" y="27"/>
                    <a:pt x="9" y="35"/>
                    <a:pt x="18" y="3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0" rIns="120000" bIns="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37"/>
            <p:cNvSpPr/>
            <p:nvPr/>
          </p:nvSpPr>
          <p:spPr>
            <a:xfrm>
              <a:off x="6507720" y="437508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35" h="35" extrusionOk="0">
                  <a:moveTo>
                    <a:pt x="18" y="0"/>
                  </a:moveTo>
                  <a:cubicBezTo>
                    <a:pt x="9" y="0"/>
                    <a:pt x="0" y="7"/>
                    <a:pt x="0" y="18"/>
                  </a:cubicBezTo>
                  <a:cubicBezTo>
                    <a:pt x="0" y="26"/>
                    <a:pt x="8" y="35"/>
                    <a:pt x="18" y="35"/>
                  </a:cubicBezTo>
                  <a:cubicBezTo>
                    <a:pt x="29" y="35"/>
                    <a:pt x="35" y="29"/>
                    <a:pt x="35" y="18"/>
                  </a:cubicBezTo>
                  <a:cubicBezTo>
                    <a:pt x="35" y="8"/>
                    <a:pt x="28" y="0"/>
                    <a:pt x="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0" rIns="120000" bIns="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37"/>
            <p:cNvSpPr/>
            <p:nvPr/>
          </p:nvSpPr>
          <p:spPr>
            <a:xfrm>
              <a:off x="6510240" y="448488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35" h="35" extrusionOk="0">
                  <a:moveTo>
                    <a:pt x="18" y="35"/>
                  </a:moveTo>
                  <a:cubicBezTo>
                    <a:pt x="27" y="35"/>
                    <a:pt x="35" y="27"/>
                    <a:pt x="35" y="17"/>
                  </a:cubicBezTo>
                  <a:cubicBezTo>
                    <a:pt x="35" y="8"/>
                    <a:pt x="28" y="0"/>
                    <a:pt x="18" y="0"/>
                  </a:cubicBezTo>
                  <a:cubicBezTo>
                    <a:pt x="9" y="0"/>
                    <a:pt x="0" y="7"/>
                    <a:pt x="0" y="17"/>
                  </a:cubicBezTo>
                  <a:cubicBezTo>
                    <a:pt x="2" y="27"/>
                    <a:pt x="9" y="35"/>
                    <a:pt x="18" y="3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0" rIns="120000" bIns="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2" name="Google Shape;562;p37"/>
          <p:cNvGrpSpPr/>
          <p:nvPr/>
        </p:nvGrpSpPr>
        <p:grpSpPr>
          <a:xfrm>
            <a:off x="6478264" y="4675223"/>
            <a:ext cx="415200" cy="560640"/>
            <a:chOff x="3608280" y="3725280"/>
            <a:chExt cx="311400" cy="420480"/>
          </a:xfrm>
        </p:grpSpPr>
        <p:sp>
          <p:nvSpPr>
            <p:cNvPr id="563" name="Google Shape;563;p37"/>
            <p:cNvSpPr/>
            <p:nvPr/>
          </p:nvSpPr>
          <p:spPr>
            <a:xfrm>
              <a:off x="3647880" y="3725280"/>
              <a:ext cx="199080" cy="60480"/>
            </a:xfrm>
            <a:custGeom>
              <a:avLst/>
              <a:gdLst/>
              <a:ahLst/>
              <a:cxnLst/>
              <a:rect l="l" t="t" r="r" b="b"/>
              <a:pathLst>
                <a:path w="553" h="168" extrusionOk="0">
                  <a:moveTo>
                    <a:pt x="5" y="163"/>
                  </a:moveTo>
                  <a:cubicBezTo>
                    <a:pt x="8" y="166"/>
                    <a:pt x="12" y="168"/>
                    <a:pt x="17" y="168"/>
                  </a:cubicBezTo>
                  <a:cubicBezTo>
                    <a:pt x="21" y="168"/>
                    <a:pt x="25" y="166"/>
                    <a:pt x="30" y="162"/>
                  </a:cubicBezTo>
                  <a:cubicBezTo>
                    <a:pt x="106" y="80"/>
                    <a:pt x="212" y="34"/>
                    <a:pt x="323" y="34"/>
                  </a:cubicBezTo>
                  <a:cubicBezTo>
                    <a:pt x="395" y="34"/>
                    <a:pt x="465" y="54"/>
                    <a:pt x="528" y="90"/>
                  </a:cubicBezTo>
                  <a:cubicBezTo>
                    <a:pt x="537" y="95"/>
                    <a:pt x="546" y="94"/>
                    <a:pt x="551" y="85"/>
                  </a:cubicBezTo>
                  <a:cubicBezTo>
                    <a:pt x="555" y="77"/>
                    <a:pt x="554" y="66"/>
                    <a:pt x="545" y="61"/>
                  </a:cubicBezTo>
                  <a:cubicBezTo>
                    <a:pt x="478" y="20"/>
                    <a:pt x="401" y="0"/>
                    <a:pt x="323" y="0"/>
                  </a:cubicBezTo>
                  <a:cubicBezTo>
                    <a:pt x="202" y="0"/>
                    <a:pt x="87" y="51"/>
                    <a:pt x="5" y="140"/>
                  </a:cubicBezTo>
                  <a:cubicBezTo>
                    <a:pt x="-2" y="146"/>
                    <a:pt x="-1" y="157"/>
                    <a:pt x="5" y="16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20633" rIns="120000" bIns="20633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p37"/>
            <p:cNvSpPr/>
            <p:nvPr/>
          </p:nvSpPr>
          <p:spPr>
            <a:xfrm>
              <a:off x="3608280" y="3795840"/>
              <a:ext cx="34920" cy="170280"/>
            </a:xfrm>
            <a:custGeom>
              <a:avLst/>
              <a:gdLst/>
              <a:ahLst/>
              <a:cxnLst/>
              <a:rect l="l" t="t" r="r" b="b"/>
              <a:pathLst>
                <a:path w="97" h="473" extrusionOk="0">
                  <a:moveTo>
                    <a:pt x="63" y="473"/>
                  </a:moveTo>
                  <a:cubicBezTo>
                    <a:pt x="65" y="473"/>
                    <a:pt x="67" y="473"/>
                    <a:pt x="70" y="471"/>
                  </a:cubicBezTo>
                  <a:cubicBezTo>
                    <a:pt x="79" y="467"/>
                    <a:pt x="81" y="457"/>
                    <a:pt x="79" y="448"/>
                  </a:cubicBezTo>
                  <a:cubicBezTo>
                    <a:pt x="49" y="385"/>
                    <a:pt x="35" y="315"/>
                    <a:pt x="35" y="235"/>
                  </a:cubicBezTo>
                  <a:cubicBezTo>
                    <a:pt x="35" y="161"/>
                    <a:pt x="55" y="88"/>
                    <a:pt x="95" y="26"/>
                  </a:cubicBezTo>
                  <a:cubicBezTo>
                    <a:pt x="99" y="17"/>
                    <a:pt x="97" y="7"/>
                    <a:pt x="89" y="2"/>
                  </a:cubicBezTo>
                  <a:cubicBezTo>
                    <a:pt x="80" y="-2"/>
                    <a:pt x="70" y="-1"/>
                    <a:pt x="65" y="8"/>
                  </a:cubicBezTo>
                  <a:cubicBezTo>
                    <a:pt x="23" y="76"/>
                    <a:pt x="0" y="155"/>
                    <a:pt x="0" y="237"/>
                  </a:cubicBezTo>
                  <a:cubicBezTo>
                    <a:pt x="0" y="323"/>
                    <a:pt x="16" y="397"/>
                    <a:pt x="47" y="464"/>
                  </a:cubicBezTo>
                  <a:cubicBezTo>
                    <a:pt x="51" y="470"/>
                    <a:pt x="57" y="473"/>
                    <a:pt x="63" y="47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60000" rIns="120000" bIns="6000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37"/>
            <p:cNvSpPr/>
            <p:nvPr/>
          </p:nvSpPr>
          <p:spPr>
            <a:xfrm>
              <a:off x="3662640" y="3780360"/>
              <a:ext cx="203760" cy="203400"/>
            </a:xfrm>
            <a:custGeom>
              <a:avLst/>
              <a:gdLst/>
              <a:ahLst/>
              <a:cxnLst/>
              <a:rect l="l" t="t" r="r" b="b"/>
              <a:pathLst>
                <a:path w="566" h="565" extrusionOk="0">
                  <a:moveTo>
                    <a:pt x="411" y="425"/>
                  </a:moveTo>
                  <a:cubicBezTo>
                    <a:pt x="419" y="424"/>
                    <a:pt x="424" y="418"/>
                    <a:pt x="426" y="411"/>
                  </a:cubicBezTo>
                  <a:cubicBezTo>
                    <a:pt x="426" y="408"/>
                    <a:pt x="432" y="363"/>
                    <a:pt x="433" y="299"/>
                  </a:cubicBezTo>
                  <a:lnTo>
                    <a:pt x="467" y="299"/>
                  </a:lnTo>
                  <a:cubicBezTo>
                    <a:pt x="474" y="319"/>
                    <a:pt x="493" y="334"/>
                    <a:pt x="515" y="334"/>
                  </a:cubicBezTo>
                  <a:cubicBezTo>
                    <a:pt x="542" y="334"/>
                    <a:pt x="566" y="311"/>
                    <a:pt x="566" y="283"/>
                  </a:cubicBezTo>
                  <a:cubicBezTo>
                    <a:pt x="566" y="256"/>
                    <a:pt x="542" y="232"/>
                    <a:pt x="515" y="232"/>
                  </a:cubicBezTo>
                  <a:cubicBezTo>
                    <a:pt x="493" y="232"/>
                    <a:pt x="474" y="246"/>
                    <a:pt x="467" y="267"/>
                  </a:cubicBezTo>
                  <a:lnTo>
                    <a:pt x="433" y="267"/>
                  </a:lnTo>
                  <a:cubicBezTo>
                    <a:pt x="433" y="232"/>
                    <a:pt x="430" y="194"/>
                    <a:pt x="426" y="154"/>
                  </a:cubicBezTo>
                  <a:cubicBezTo>
                    <a:pt x="424" y="147"/>
                    <a:pt x="419" y="140"/>
                    <a:pt x="411" y="140"/>
                  </a:cubicBezTo>
                  <a:cubicBezTo>
                    <a:pt x="372" y="136"/>
                    <a:pt x="334" y="133"/>
                    <a:pt x="299" y="133"/>
                  </a:cubicBezTo>
                  <a:lnTo>
                    <a:pt x="299" y="99"/>
                  </a:lnTo>
                  <a:cubicBezTo>
                    <a:pt x="319" y="92"/>
                    <a:pt x="334" y="73"/>
                    <a:pt x="334" y="51"/>
                  </a:cubicBezTo>
                  <a:cubicBezTo>
                    <a:pt x="334" y="23"/>
                    <a:pt x="311" y="0"/>
                    <a:pt x="283" y="0"/>
                  </a:cubicBezTo>
                  <a:cubicBezTo>
                    <a:pt x="255" y="0"/>
                    <a:pt x="232" y="23"/>
                    <a:pt x="232" y="51"/>
                  </a:cubicBezTo>
                  <a:cubicBezTo>
                    <a:pt x="232" y="73"/>
                    <a:pt x="247" y="92"/>
                    <a:pt x="267" y="99"/>
                  </a:cubicBezTo>
                  <a:lnTo>
                    <a:pt x="267" y="133"/>
                  </a:lnTo>
                  <a:cubicBezTo>
                    <a:pt x="203" y="134"/>
                    <a:pt x="158" y="140"/>
                    <a:pt x="155" y="140"/>
                  </a:cubicBezTo>
                  <a:cubicBezTo>
                    <a:pt x="148" y="141"/>
                    <a:pt x="142" y="147"/>
                    <a:pt x="140" y="154"/>
                  </a:cubicBezTo>
                  <a:cubicBezTo>
                    <a:pt x="140" y="157"/>
                    <a:pt x="134" y="203"/>
                    <a:pt x="133" y="267"/>
                  </a:cubicBezTo>
                  <a:lnTo>
                    <a:pt x="99" y="267"/>
                  </a:lnTo>
                  <a:cubicBezTo>
                    <a:pt x="92" y="246"/>
                    <a:pt x="73" y="232"/>
                    <a:pt x="51" y="232"/>
                  </a:cubicBezTo>
                  <a:cubicBezTo>
                    <a:pt x="24" y="232"/>
                    <a:pt x="0" y="256"/>
                    <a:pt x="0" y="283"/>
                  </a:cubicBezTo>
                  <a:cubicBezTo>
                    <a:pt x="0" y="311"/>
                    <a:pt x="24" y="334"/>
                    <a:pt x="51" y="334"/>
                  </a:cubicBezTo>
                  <a:cubicBezTo>
                    <a:pt x="73" y="334"/>
                    <a:pt x="92" y="319"/>
                    <a:pt x="99" y="299"/>
                  </a:cubicBezTo>
                  <a:lnTo>
                    <a:pt x="133" y="299"/>
                  </a:lnTo>
                  <a:cubicBezTo>
                    <a:pt x="133" y="334"/>
                    <a:pt x="136" y="372"/>
                    <a:pt x="140" y="411"/>
                  </a:cubicBezTo>
                  <a:cubicBezTo>
                    <a:pt x="142" y="418"/>
                    <a:pt x="148" y="425"/>
                    <a:pt x="155" y="425"/>
                  </a:cubicBezTo>
                  <a:cubicBezTo>
                    <a:pt x="194" y="430"/>
                    <a:pt x="232" y="433"/>
                    <a:pt x="267" y="433"/>
                  </a:cubicBezTo>
                  <a:lnTo>
                    <a:pt x="267" y="466"/>
                  </a:lnTo>
                  <a:cubicBezTo>
                    <a:pt x="247" y="474"/>
                    <a:pt x="232" y="492"/>
                    <a:pt x="232" y="514"/>
                  </a:cubicBezTo>
                  <a:cubicBezTo>
                    <a:pt x="232" y="542"/>
                    <a:pt x="255" y="565"/>
                    <a:pt x="283" y="565"/>
                  </a:cubicBezTo>
                  <a:cubicBezTo>
                    <a:pt x="311" y="565"/>
                    <a:pt x="334" y="542"/>
                    <a:pt x="334" y="514"/>
                  </a:cubicBezTo>
                  <a:cubicBezTo>
                    <a:pt x="334" y="492"/>
                    <a:pt x="319" y="474"/>
                    <a:pt x="299" y="466"/>
                  </a:cubicBezTo>
                  <a:lnTo>
                    <a:pt x="299" y="433"/>
                  </a:lnTo>
                  <a:cubicBezTo>
                    <a:pt x="363" y="433"/>
                    <a:pt x="408" y="427"/>
                    <a:pt x="411" y="425"/>
                  </a:cubicBezTo>
                  <a:moveTo>
                    <a:pt x="516" y="265"/>
                  </a:moveTo>
                  <a:cubicBezTo>
                    <a:pt x="525" y="265"/>
                    <a:pt x="534" y="273"/>
                    <a:pt x="534" y="283"/>
                  </a:cubicBezTo>
                  <a:cubicBezTo>
                    <a:pt x="534" y="294"/>
                    <a:pt x="526" y="300"/>
                    <a:pt x="516" y="300"/>
                  </a:cubicBezTo>
                  <a:cubicBezTo>
                    <a:pt x="507" y="300"/>
                    <a:pt x="499" y="294"/>
                    <a:pt x="499" y="283"/>
                  </a:cubicBezTo>
                  <a:cubicBezTo>
                    <a:pt x="499" y="273"/>
                    <a:pt x="506" y="265"/>
                    <a:pt x="516" y="265"/>
                  </a:cubicBezTo>
                  <a:moveTo>
                    <a:pt x="47" y="299"/>
                  </a:moveTo>
                  <a:cubicBezTo>
                    <a:pt x="38" y="299"/>
                    <a:pt x="30" y="291"/>
                    <a:pt x="30" y="281"/>
                  </a:cubicBezTo>
                  <a:cubicBezTo>
                    <a:pt x="30" y="271"/>
                    <a:pt x="37" y="264"/>
                    <a:pt x="47" y="264"/>
                  </a:cubicBezTo>
                  <a:cubicBezTo>
                    <a:pt x="57" y="264"/>
                    <a:pt x="65" y="271"/>
                    <a:pt x="65" y="281"/>
                  </a:cubicBezTo>
                  <a:cubicBezTo>
                    <a:pt x="65" y="291"/>
                    <a:pt x="57" y="299"/>
                    <a:pt x="47" y="299"/>
                  </a:cubicBezTo>
                  <a:moveTo>
                    <a:pt x="282" y="31"/>
                  </a:moveTo>
                  <a:cubicBezTo>
                    <a:pt x="290" y="31"/>
                    <a:pt x="299" y="38"/>
                    <a:pt x="299" y="48"/>
                  </a:cubicBezTo>
                  <a:cubicBezTo>
                    <a:pt x="299" y="58"/>
                    <a:pt x="292" y="66"/>
                    <a:pt x="282" y="66"/>
                  </a:cubicBezTo>
                  <a:cubicBezTo>
                    <a:pt x="273" y="66"/>
                    <a:pt x="264" y="58"/>
                    <a:pt x="264" y="48"/>
                  </a:cubicBezTo>
                  <a:cubicBezTo>
                    <a:pt x="264" y="38"/>
                    <a:pt x="273" y="31"/>
                    <a:pt x="282" y="31"/>
                  </a:cubicBezTo>
                  <a:moveTo>
                    <a:pt x="282" y="533"/>
                  </a:moveTo>
                  <a:cubicBezTo>
                    <a:pt x="273" y="533"/>
                    <a:pt x="264" y="526"/>
                    <a:pt x="264" y="516"/>
                  </a:cubicBezTo>
                  <a:cubicBezTo>
                    <a:pt x="264" y="506"/>
                    <a:pt x="271" y="498"/>
                    <a:pt x="282" y="498"/>
                  </a:cubicBezTo>
                  <a:cubicBezTo>
                    <a:pt x="290" y="498"/>
                    <a:pt x="299" y="506"/>
                    <a:pt x="299" y="516"/>
                  </a:cubicBezTo>
                  <a:cubicBezTo>
                    <a:pt x="299" y="526"/>
                    <a:pt x="292" y="533"/>
                    <a:pt x="282" y="533"/>
                  </a:cubicBezTo>
                  <a:moveTo>
                    <a:pt x="169" y="393"/>
                  </a:moveTo>
                  <a:cubicBezTo>
                    <a:pt x="159" y="293"/>
                    <a:pt x="166" y="203"/>
                    <a:pt x="169" y="169"/>
                  </a:cubicBezTo>
                  <a:cubicBezTo>
                    <a:pt x="203" y="166"/>
                    <a:pt x="293" y="159"/>
                    <a:pt x="394" y="169"/>
                  </a:cubicBezTo>
                  <a:cubicBezTo>
                    <a:pt x="404" y="270"/>
                    <a:pt x="397" y="360"/>
                    <a:pt x="394" y="393"/>
                  </a:cubicBezTo>
                  <a:cubicBezTo>
                    <a:pt x="360" y="396"/>
                    <a:pt x="270" y="405"/>
                    <a:pt x="169" y="39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60000" rIns="120000" bIns="6000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37"/>
            <p:cNvSpPr/>
            <p:nvPr/>
          </p:nvSpPr>
          <p:spPr>
            <a:xfrm>
              <a:off x="3612600" y="3764880"/>
              <a:ext cx="307080" cy="380880"/>
            </a:xfrm>
            <a:custGeom>
              <a:avLst/>
              <a:gdLst/>
              <a:ahLst/>
              <a:cxnLst/>
              <a:rect l="l" t="t" r="r" b="b"/>
              <a:pathLst>
                <a:path w="853" h="1058" extrusionOk="0">
                  <a:moveTo>
                    <a:pt x="677" y="720"/>
                  </a:moveTo>
                  <a:cubicBezTo>
                    <a:pt x="767" y="635"/>
                    <a:pt x="853" y="521"/>
                    <a:pt x="853" y="323"/>
                  </a:cubicBezTo>
                  <a:cubicBezTo>
                    <a:pt x="853" y="202"/>
                    <a:pt x="802" y="85"/>
                    <a:pt x="712" y="4"/>
                  </a:cubicBezTo>
                  <a:cubicBezTo>
                    <a:pt x="705" y="-2"/>
                    <a:pt x="694" y="-2"/>
                    <a:pt x="687" y="5"/>
                  </a:cubicBezTo>
                  <a:cubicBezTo>
                    <a:pt x="681" y="12"/>
                    <a:pt x="681" y="23"/>
                    <a:pt x="689" y="30"/>
                  </a:cubicBezTo>
                  <a:cubicBezTo>
                    <a:pt x="772" y="106"/>
                    <a:pt x="818" y="212"/>
                    <a:pt x="818" y="324"/>
                  </a:cubicBezTo>
                  <a:cubicBezTo>
                    <a:pt x="818" y="557"/>
                    <a:pt x="694" y="662"/>
                    <a:pt x="585" y="757"/>
                  </a:cubicBezTo>
                  <a:cubicBezTo>
                    <a:pt x="578" y="763"/>
                    <a:pt x="578" y="774"/>
                    <a:pt x="584" y="782"/>
                  </a:cubicBezTo>
                  <a:cubicBezTo>
                    <a:pt x="587" y="786"/>
                    <a:pt x="592" y="787"/>
                    <a:pt x="597" y="787"/>
                  </a:cubicBezTo>
                  <a:cubicBezTo>
                    <a:pt x="601" y="787"/>
                    <a:pt x="604" y="786"/>
                    <a:pt x="609" y="783"/>
                  </a:cubicBezTo>
                  <a:cubicBezTo>
                    <a:pt x="622" y="771"/>
                    <a:pt x="635" y="761"/>
                    <a:pt x="648" y="750"/>
                  </a:cubicBezTo>
                  <a:cubicBezTo>
                    <a:pt x="747" y="779"/>
                    <a:pt x="808" y="827"/>
                    <a:pt x="808" y="873"/>
                  </a:cubicBezTo>
                  <a:cubicBezTo>
                    <a:pt x="808" y="911"/>
                    <a:pt x="769" y="949"/>
                    <a:pt x="700" y="978"/>
                  </a:cubicBezTo>
                  <a:cubicBezTo>
                    <a:pt x="630" y="1007"/>
                    <a:pt x="539" y="1025"/>
                    <a:pt x="440" y="1026"/>
                  </a:cubicBezTo>
                  <a:cubicBezTo>
                    <a:pt x="445" y="948"/>
                    <a:pt x="489" y="891"/>
                    <a:pt x="552" y="833"/>
                  </a:cubicBezTo>
                  <a:cubicBezTo>
                    <a:pt x="559" y="827"/>
                    <a:pt x="559" y="815"/>
                    <a:pt x="553" y="808"/>
                  </a:cubicBezTo>
                  <a:cubicBezTo>
                    <a:pt x="547" y="801"/>
                    <a:pt x="536" y="801"/>
                    <a:pt x="528" y="806"/>
                  </a:cubicBezTo>
                  <a:cubicBezTo>
                    <a:pt x="485" y="846"/>
                    <a:pt x="444" y="891"/>
                    <a:pt x="422" y="948"/>
                  </a:cubicBezTo>
                  <a:cubicBezTo>
                    <a:pt x="393" y="871"/>
                    <a:pt x="327" y="815"/>
                    <a:pt x="260" y="757"/>
                  </a:cubicBezTo>
                  <a:cubicBezTo>
                    <a:pt x="206" y="710"/>
                    <a:pt x="151" y="662"/>
                    <a:pt x="106" y="600"/>
                  </a:cubicBezTo>
                  <a:cubicBezTo>
                    <a:pt x="100" y="592"/>
                    <a:pt x="90" y="589"/>
                    <a:pt x="83" y="595"/>
                  </a:cubicBezTo>
                  <a:cubicBezTo>
                    <a:pt x="75" y="601"/>
                    <a:pt x="72" y="611"/>
                    <a:pt x="78" y="618"/>
                  </a:cubicBezTo>
                  <a:cubicBezTo>
                    <a:pt x="104" y="656"/>
                    <a:pt x="135" y="688"/>
                    <a:pt x="166" y="719"/>
                  </a:cubicBezTo>
                  <a:cubicBezTo>
                    <a:pt x="122" y="734"/>
                    <a:pt x="84" y="753"/>
                    <a:pt x="56" y="774"/>
                  </a:cubicBezTo>
                  <a:cubicBezTo>
                    <a:pt x="20" y="804"/>
                    <a:pt x="0" y="836"/>
                    <a:pt x="0" y="871"/>
                  </a:cubicBezTo>
                  <a:cubicBezTo>
                    <a:pt x="0" y="923"/>
                    <a:pt x="45" y="973"/>
                    <a:pt x="128" y="1007"/>
                  </a:cubicBezTo>
                  <a:cubicBezTo>
                    <a:pt x="206" y="1041"/>
                    <a:pt x="310" y="1058"/>
                    <a:pt x="421" y="1058"/>
                  </a:cubicBezTo>
                  <a:cubicBezTo>
                    <a:pt x="531" y="1058"/>
                    <a:pt x="635" y="1040"/>
                    <a:pt x="713" y="1007"/>
                  </a:cubicBezTo>
                  <a:cubicBezTo>
                    <a:pt x="796" y="973"/>
                    <a:pt x="842" y="923"/>
                    <a:pt x="842" y="871"/>
                  </a:cubicBezTo>
                  <a:cubicBezTo>
                    <a:pt x="842" y="809"/>
                    <a:pt x="782" y="755"/>
                    <a:pt x="677" y="720"/>
                  </a:cubicBezTo>
                  <a:moveTo>
                    <a:pt x="142" y="977"/>
                  </a:moveTo>
                  <a:cubicBezTo>
                    <a:pt x="74" y="948"/>
                    <a:pt x="35" y="910"/>
                    <a:pt x="35" y="872"/>
                  </a:cubicBezTo>
                  <a:cubicBezTo>
                    <a:pt x="35" y="824"/>
                    <a:pt x="96" y="777"/>
                    <a:pt x="195" y="748"/>
                  </a:cubicBezTo>
                  <a:cubicBezTo>
                    <a:pt x="209" y="761"/>
                    <a:pt x="224" y="773"/>
                    <a:pt x="237" y="786"/>
                  </a:cubicBezTo>
                  <a:cubicBezTo>
                    <a:pt x="322" y="859"/>
                    <a:pt x="396" y="923"/>
                    <a:pt x="403" y="1028"/>
                  </a:cubicBezTo>
                  <a:cubicBezTo>
                    <a:pt x="304" y="1024"/>
                    <a:pt x="212" y="1006"/>
                    <a:pt x="142" y="97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60000" rIns="120000" bIns="6000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37"/>
            <p:cNvSpPr/>
            <p:nvPr/>
          </p:nvSpPr>
          <p:spPr>
            <a:xfrm>
              <a:off x="3743640" y="385920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35" h="35" extrusionOk="0">
                  <a:moveTo>
                    <a:pt x="35" y="17"/>
                  </a:moveTo>
                  <a:cubicBezTo>
                    <a:pt x="35" y="20"/>
                    <a:pt x="34" y="23"/>
                    <a:pt x="33" y="26"/>
                  </a:cubicBezTo>
                  <a:cubicBezTo>
                    <a:pt x="31" y="29"/>
                    <a:pt x="28" y="32"/>
                    <a:pt x="26" y="33"/>
                  </a:cubicBezTo>
                  <a:cubicBezTo>
                    <a:pt x="23" y="35"/>
                    <a:pt x="21" y="35"/>
                    <a:pt x="18" y="35"/>
                  </a:cubicBezTo>
                  <a:cubicBezTo>
                    <a:pt x="14" y="35"/>
                    <a:pt x="11" y="35"/>
                    <a:pt x="9" y="33"/>
                  </a:cubicBezTo>
                  <a:cubicBezTo>
                    <a:pt x="6" y="32"/>
                    <a:pt x="3" y="29"/>
                    <a:pt x="2" y="26"/>
                  </a:cubicBezTo>
                  <a:cubicBezTo>
                    <a:pt x="0" y="24"/>
                    <a:pt x="0" y="21"/>
                    <a:pt x="0" y="18"/>
                  </a:cubicBezTo>
                  <a:cubicBezTo>
                    <a:pt x="0" y="15"/>
                    <a:pt x="1" y="12"/>
                    <a:pt x="2" y="9"/>
                  </a:cubicBezTo>
                  <a:cubicBezTo>
                    <a:pt x="4" y="6"/>
                    <a:pt x="6" y="4"/>
                    <a:pt x="9" y="2"/>
                  </a:cubicBezTo>
                  <a:cubicBezTo>
                    <a:pt x="11" y="1"/>
                    <a:pt x="14" y="0"/>
                    <a:pt x="17" y="0"/>
                  </a:cubicBezTo>
                  <a:cubicBezTo>
                    <a:pt x="20" y="0"/>
                    <a:pt x="23" y="1"/>
                    <a:pt x="26" y="2"/>
                  </a:cubicBezTo>
                  <a:cubicBezTo>
                    <a:pt x="29" y="4"/>
                    <a:pt x="31" y="6"/>
                    <a:pt x="32" y="9"/>
                  </a:cubicBezTo>
                  <a:cubicBezTo>
                    <a:pt x="34" y="11"/>
                    <a:pt x="35" y="14"/>
                    <a:pt x="35" y="1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0" rIns="120000" bIns="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37"/>
            <p:cNvSpPr/>
            <p:nvPr/>
          </p:nvSpPr>
          <p:spPr>
            <a:xfrm>
              <a:off x="3772440" y="385920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35" h="35" extrusionOk="0">
                  <a:moveTo>
                    <a:pt x="35" y="17"/>
                  </a:moveTo>
                  <a:cubicBezTo>
                    <a:pt x="35" y="20"/>
                    <a:pt x="34" y="23"/>
                    <a:pt x="33" y="26"/>
                  </a:cubicBezTo>
                  <a:cubicBezTo>
                    <a:pt x="31" y="29"/>
                    <a:pt x="28" y="32"/>
                    <a:pt x="26" y="33"/>
                  </a:cubicBezTo>
                  <a:cubicBezTo>
                    <a:pt x="23" y="35"/>
                    <a:pt x="21" y="35"/>
                    <a:pt x="18" y="35"/>
                  </a:cubicBezTo>
                  <a:cubicBezTo>
                    <a:pt x="15" y="35"/>
                    <a:pt x="12" y="35"/>
                    <a:pt x="9" y="33"/>
                  </a:cubicBezTo>
                  <a:cubicBezTo>
                    <a:pt x="6" y="32"/>
                    <a:pt x="3" y="29"/>
                    <a:pt x="2" y="26"/>
                  </a:cubicBezTo>
                  <a:cubicBezTo>
                    <a:pt x="0" y="24"/>
                    <a:pt x="0" y="21"/>
                    <a:pt x="0" y="18"/>
                  </a:cubicBezTo>
                  <a:cubicBezTo>
                    <a:pt x="0" y="15"/>
                    <a:pt x="1" y="12"/>
                    <a:pt x="2" y="9"/>
                  </a:cubicBezTo>
                  <a:cubicBezTo>
                    <a:pt x="4" y="6"/>
                    <a:pt x="6" y="4"/>
                    <a:pt x="9" y="2"/>
                  </a:cubicBezTo>
                  <a:cubicBezTo>
                    <a:pt x="11" y="1"/>
                    <a:pt x="14" y="0"/>
                    <a:pt x="17" y="0"/>
                  </a:cubicBezTo>
                  <a:cubicBezTo>
                    <a:pt x="20" y="0"/>
                    <a:pt x="23" y="1"/>
                    <a:pt x="26" y="2"/>
                  </a:cubicBezTo>
                  <a:cubicBezTo>
                    <a:pt x="29" y="4"/>
                    <a:pt x="31" y="6"/>
                    <a:pt x="33" y="9"/>
                  </a:cubicBezTo>
                  <a:cubicBezTo>
                    <a:pt x="34" y="11"/>
                    <a:pt x="35" y="14"/>
                    <a:pt x="35" y="1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0" rIns="120000" bIns="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37"/>
            <p:cNvSpPr/>
            <p:nvPr/>
          </p:nvSpPr>
          <p:spPr>
            <a:xfrm>
              <a:off x="3743640" y="389052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35" h="35" extrusionOk="0">
                  <a:moveTo>
                    <a:pt x="35" y="18"/>
                  </a:moveTo>
                  <a:cubicBezTo>
                    <a:pt x="35" y="21"/>
                    <a:pt x="34" y="24"/>
                    <a:pt x="33" y="26"/>
                  </a:cubicBezTo>
                  <a:cubicBezTo>
                    <a:pt x="31" y="29"/>
                    <a:pt x="28" y="31"/>
                    <a:pt x="26" y="33"/>
                  </a:cubicBezTo>
                  <a:cubicBezTo>
                    <a:pt x="23" y="35"/>
                    <a:pt x="21" y="35"/>
                    <a:pt x="18" y="35"/>
                  </a:cubicBezTo>
                  <a:cubicBezTo>
                    <a:pt x="15" y="35"/>
                    <a:pt x="11" y="35"/>
                    <a:pt x="9" y="33"/>
                  </a:cubicBezTo>
                  <a:cubicBezTo>
                    <a:pt x="6" y="32"/>
                    <a:pt x="3" y="30"/>
                    <a:pt x="2" y="27"/>
                  </a:cubicBezTo>
                  <a:cubicBezTo>
                    <a:pt x="0" y="25"/>
                    <a:pt x="0" y="21"/>
                    <a:pt x="0" y="18"/>
                  </a:cubicBezTo>
                  <a:cubicBezTo>
                    <a:pt x="0" y="15"/>
                    <a:pt x="1" y="12"/>
                    <a:pt x="2" y="9"/>
                  </a:cubicBezTo>
                  <a:cubicBezTo>
                    <a:pt x="4" y="7"/>
                    <a:pt x="6" y="5"/>
                    <a:pt x="9" y="3"/>
                  </a:cubicBezTo>
                  <a:cubicBezTo>
                    <a:pt x="11" y="2"/>
                    <a:pt x="14" y="0"/>
                    <a:pt x="17" y="0"/>
                  </a:cubicBezTo>
                  <a:cubicBezTo>
                    <a:pt x="20" y="0"/>
                    <a:pt x="23" y="2"/>
                    <a:pt x="26" y="3"/>
                  </a:cubicBezTo>
                  <a:cubicBezTo>
                    <a:pt x="29" y="5"/>
                    <a:pt x="31" y="6"/>
                    <a:pt x="32" y="9"/>
                  </a:cubicBezTo>
                  <a:cubicBezTo>
                    <a:pt x="34" y="12"/>
                    <a:pt x="35" y="15"/>
                    <a:pt x="35" y="1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0" rIns="120000" bIns="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37"/>
            <p:cNvSpPr/>
            <p:nvPr/>
          </p:nvSpPr>
          <p:spPr>
            <a:xfrm>
              <a:off x="3772080" y="389052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35" h="35" extrusionOk="0">
                  <a:moveTo>
                    <a:pt x="35" y="18"/>
                  </a:moveTo>
                  <a:cubicBezTo>
                    <a:pt x="35" y="21"/>
                    <a:pt x="33" y="24"/>
                    <a:pt x="32" y="26"/>
                  </a:cubicBezTo>
                  <a:cubicBezTo>
                    <a:pt x="30" y="29"/>
                    <a:pt x="29" y="31"/>
                    <a:pt x="26" y="33"/>
                  </a:cubicBezTo>
                  <a:cubicBezTo>
                    <a:pt x="23" y="35"/>
                    <a:pt x="20" y="35"/>
                    <a:pt x="17" y="35"/>
                  </a:cubicBezTo>
                  <a:cubicBezTo>
                    <a:pt x="14" y="35"/>
                    <a:pt x="10" y="35"/>
                    <a:pt x="8" y="33"/>
                  </a:cubicBezTo>
                  <a:cubicBezTo>
                    <a:pt x="5" y="32"/>
                    <a:pt x="4" y="30"/>
                    <a:pt x="2" y="27"/>
                  </a:cubicBezTo>
                  <a:cubicBezTo>
                    <a:pt x="0" y="25"/>
                    <a:pt x="0" y="21"/>
                    <a:pt x="0" y="18"/>
                  </a:cubicBezTo>
                  <a:cubicBezTo>
                    <a:pt x="0" y="15"/>
                    <a:pt x="0" y="12"/>
                    <a:pt x="2" y="9"/>
                  </a:cubicBezTo>
                  <a:cubicBezTo>
                    <a:pt x="3" y="7"/>
                    <a:pt x="5" y="5"/>
                    <a:pt x="8" y="3"/>
                  </a:cubicBezTo>
                  <a:cubicBezTo>
                    <a:pt x="10" y="2"/>
                    <a:pt x="14" y="0"/>
                    <a:pt x="17" y="0"/>
                  </a:cubicBezTo>
                  <a:cubicBezTo>
                    <a:pt x="20" y="0"/>
                    <a:pt x="23" y="2"/>
                    <a:pt x="26" y="3"/>
                  </a:cubicBezTo>
                  <a:cubicBezTo>
                    <a:pt x="28" y="5"/>
                    <a:pt x="31" y="6"/>
                    <a:pt x="32" y="9"/>
                  </a:cubicBezTo>
                  <a:cubicBezTo>
                    <a:pt x="34" y="12"/>
                    <a:pt x="35" y="15"/>
                    <a:pt x="35" y="1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0000" tIns="0" rIns="120000" bIns="0" anchor="ctr" anchorCtr="1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" name="Google Shape;270;p29">
            <a:extLst>
              <a:ext uri="{FF2B5EF4-FFF2-40B4-BE49-F238E27FC236}">
                <a16:creationId xmlns:a16="http://schemas.microsoft.com/office/drawing/2014/main" id="{44EF6860-2920-2515-055F-7988449C83A5}"/>
              </a:ext>
            </a:extLst>
          </p:cNvPr>
          <p:cNvCxnSpPr>
            <a:cxnSpLocks/>
          </p:cNvCxnSpPr>
          <p:nvPr/>
        </p:nvCxnSpPr>
        <p:spPr>
          <a:xfrm>
            <a:off x="1012167" y="1357280"/>
            <a:ext cx="9722400" cy="0"/>
          </a:xfrm>
          <a:prstGeom prst="straightConnector1">
            <a:avLst/>
          </a:prstGeom>
          <a:noFill/>
          <a:ln w="12700" cap="flat" cmpd="sng">
            <a:solidFill>
              <a:schemeClr val="tx1"/>
            </a:solidFill>
            <a:prstDash val="solid"/>
            <a:round/>
            <a:headEnd type="oval" w="med" len="med"/>
            <a:tailEnd type="oval" w="med" len="me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AI Speech Classifier Pitch Deck by Slidesgo">
  <a:themeElements>
    <a:clrScheme name="Simple Light">
      <a:dk1>
        <a:srgbClr val="FFFFFF"/>
      </a:dk1>
      <a:lt1>
        <a:srgbClr val="18191A"/>
      </a:lt1>
      <a:dk2>
        <a:srgbClr val="FF8CB8"/>
      </a:dk2>
      <a:lt2>
        <a:srgbClr val="CE3E6E"/>
      </a:lt2>
      <a:accent1>
        <a:srgbClr val="9C2443"/>
      </a:accent1>
      <a:accent2>
        <a:srgbClr val="E6AC9E"/>
      </a:accent2>
      <a:accent3>
        <a:srgbClr val="F29877"/>
      </a:accent3>
      <a:accent4>
        <a:srgbClr val="E2793E"/>
      </a:accent4>
      <a:accent5>
        <a:srgbClr val="F1C469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a151b56-c18a-4bdf-a8af-86ebe0a93a2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69E4D58AF803C4598089848E43E61AE" ma:contentTypeVersion="13" ma:contentTypeDescription="Create a new document." ma:contentTypeScope="" ma:versionID="f1415a221592fe0aaf485f113a0ffce1">
  <xsd:schema xmlns:xsd="http://www.w3.org/2001/XMLSchema" xmlns:xs="http://www.w3.org/2001/XMLSchema" xmlns:p="http://schemas.microsoft.com/office/2006/metadata/properties" xmlns:ns3="ca151b56-c18a-4bdf-a8af-86ebe0a93a21" xmlns:ns4="bb72541b-b220-47bd-a702-df2e3a1c51fb" targetNamespace="http://schemas.microsoft.com/office/2006/metadata/properties" ma:root="true" ma:fieldsID="4b8a7441b7314ab24ffbf893d16aa6ec" ns3:_="" ns4:_="">
    <xsd:import namespace="ca151b56-c18a-4bdf-a8af-86ebe0a93a21"/>
    <xsd:import namespace="bb72541b-b220-47bd-a702-df2e3a1c51f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3:MediaServiceSearchPropertie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151b56-c18a-4bdf-a8af-86ebe0a93a2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72541b-b220-47bd-a702-df2e3a1c51fb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85EC541-B221-488D-81CC-43CF86BD8D19}">
  <ds:schemaRefs>
    <ds:schemaRef ds:uri="bb72541b-b220-47bd-a702-df2e3a1c51fb"/>
    <ds:schemaRef ds:uri="ca151b56-c18a-4bdf-a8af-86ebe0a93a2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A6926CA7-5173-4CC7-A3C4-E85AF22D041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739C682-27E7-4195-AD22-5B5D51CD1993}">
  <ds:schemaRefs>
    <ds:schemaRef ds:uri="bb72541b-b220-47bd-a702-df2e3a1c51fb"/>
    <ds:schemaRef ds:uri="ca151b56-c18a-4bdf-a8af-86ebe0a93a2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6</Slides>
  <Notes>6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AI Speech Classifier Pitch Deck by Slidesgo</vt:lpstr>
      <vt:lpstr>LEGACY LEARNERS UNIVERSITY OF SASKATCHEWAN – COLLEGE OF ENGINEERING</vt:lpstr>
      <vt:lpstr>INTRODUCTION</vt:lpstr>
      <vt:lpstr>SOLUTION</vt:lpstr>
      <vt:lpstr>OUR PRODUCT - JOB CARDS</vt:lpstr>
      <vt:lpstr>SOFTWARE PROTOTYPE</vt:lpstr>
      <vt:lpstr>BUSINESS MODEL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Martinez, Grace</dc:creator>
  <cp:revision>2</cp:revision>
  <dcterms:created xsi:type="dcterms:W3CDTF">2026-01-31T04:14:44Z</dcterms:created>
  <dcterms:modified xsi:type="dcterms:W3CDTF">2026-03-12T00:55:09Z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0x010100E69E4D58AF803C4598089848E43E61AE</vt:lpwstr>
  </property>
</Properties>
</file>